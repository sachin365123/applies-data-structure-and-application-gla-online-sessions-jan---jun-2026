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66" r:id="rId6"/>
    <p:sldId id="368" r:id="rId7"/>
    <p:sldId id="369" r:id="rId8"/>
    <p:sldId id="373" r:id="rId9"/>
    <p:sldId id="359" r:id="rId10"/>
    <p:sldId id="371" r:id="rId11"/>
    <p:sldId id="372" r:id="rId12"/>
    <p:sldId id="374" r:id="rId13"/>
    <p:sldId id="283" r:id="rId14"/>
    <p:sldId id="2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036" autoAdjust="0"/>
    <p:restoredTop sz="94660"/>
  </p:normalViewPr>
  <p:slideViewPr>
    <p:cSldViewPr snapToGrid="0">
      <p:cViewPr>
        <p:scale>
          <a:sx n="66" d="100"/>
          <a:sy n="66" d="100"/>
        </p:scale>
        <p:origin x="-1147" y="-5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xmlns="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xmlns="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xmlns="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xmlns="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xmlns="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xmlns="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xmlns="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xmlns="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xmlns="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19-04-2026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:p14="http://schemas.microsoft.com/office/powerpoint/2010/main" xmlns="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</a:t>
            </a:r>
            <a:r>
              <a:rPr b="1" smtClean="0"/>
              <a:t>Binary Search Trees</a:t>
            </a:r>
            <a:r>
              <a:rPr smtClean="0"/>
              <a:t>: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Binary </a:t>
            </a:r>
            <a:r>
              <a:rPr smtClean="0"/>
              <a:t>Search Tree (BST), 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Insertion in BST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Deletion </a:t>
            </a:r>
            <a:r>
              <a:rPr smtClean="0"/>
              <a:t>in BST</a:t>
            </a:r>
          </a:p>
          <a:p>
            <a:pPr>
              <a:buFont typeface="Arial" pitchFamily="34" charset="0"/>
              <a:buChar char="•"/>
            </a:pPr>
            <a:endParaRPr smtClean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Binary Search Tree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Binary Search is a searching algorithm that operates on a sorted or monotonic search space, repeatedly dividing it into halves to find a target value or optimal answer in logarithmic time O(log N).</a:t>
            </a:r>
            <a:endParaRPr smtClean="0"/>
          </a:p>
          <a:p>
            <a:pPr>
              <a:buFont typeface="Arial" pitchFamily="34" charset="0"/>
              <a:buChar char="•"/>
            </a:pPr>
            <a:endParaRPr smtClean="0"/>
          </a:p>
          <a:p>
            <a:endParaRPr lang="en-US" dirty="0"/>
          </a:p>
        </p:txBody>
      </p:sp>
      <p:sp>
        <p:nvSpPr>
          <p:cNvPr id="22530" name="AutoShape 2" descr="frame_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Binary Search Tree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Conditions to apply Binary Search Algorithm in a Data Structure</a:t>
            </a:r>
          </a:p>
          <a:p>
            <a:pPr>
              <a:buFont typeface="Arial" pitchFamily="34" charset="0"/>
              <a:buChar char="•"/>
            </a:pPr>
            <a:r>
              <a:rPr b="1" smtClean="0"/>
              <a:t>The data structure must be sorted.</a:t>
            </a:r>
          </a:p>
          <a:p>
            <a:pPr>
              <a:buFont typeface="Arial" pitchFamily="34" charset="0"/>
              <a:buChar char="•"/>
            </a:pPr>
            <a:r>
              <a:rPr b="1" smtClean="0"/>
              <a:t>Access to any element of the data structure should take constant time</a:t>
            </a:r>
            <a:r>
              <a:rPr b="1" smtClean="0"/>
              <a:t>.</a:t>
            </a:r>
          </a:p>
          <a:p>
            <a:pPr>
              <a:buFont typeface="Arial" pitchFamily="34" charset="0"/>
              <a:buChar char="•"/>
            </a:pPr>
            <a:endParaRPr b="1" smtClean="0"/>
          </a:p>
          <a:p>
            <a:pPr>
              <a:buFont typeface="Arial" pitchFamily="34" charset="0"/>
              <a:buChar char="•"/>
            </a:pPr>
            <a:r>
              <a:rPr smtClean="0"/>
              <a:t>Input: nums = [-1,0,3,5,9,12], target = 9</a:t>
            </a:r>
            <a:br>
              <a:rPr smtClean="0"/>
            </a:br>
            <a:r>
              <a:rPr smtClean="0"/>
              <a:t>Output: 4</a:t>
            </a:r>
            <a:br>
              <a:rPr smtClean="0"/>
            </a:br>
            <a:r>
              <a:rPr smtClean="0"/>
              <a:t>Explanation: 9 exists in nums and its index is 4</a:t>
            </a:r>
            <a:endParaRPr b="1" smtClean="0"/>
          </a:p>
          <a:p>
            <a:pPr>
              <a:buFont typeface="Arial" pitchFamily="34" charset="0"/>
              <a:buChar char="•"/>
            </a:pPr>
            <a:endParaRPr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Binary Search Tree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The basic idea is to repeatedly divide the search interval in half until the target value is found or the interval is empty</a:t>
            </a:r>
            <a:r>
              <a:rPr smtClean="0"/>
              <a:t>.</a:t>
            </a: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</a:t>
            </a:r>
            <a:r>
              <a:rPr smtClean="0"/>
              <a:t>By using this approach, we can quickly eliminate half of the remaining search space at each iteration, resulting in a time complexity of O(log n).</a:t>
            </a:r>
            <a:endParaRPr smtClean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Binary Search Tree: Complexity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r>
              <a:rPr smtClean="0"/>
              <a:t> </a:t>
            </a:r>
            <a:r>
              <a:rPr b="1" smtClean="0"/>
              <a:t>Best Case Time Complexity:</a:t>
            </a:r>
            <a:r>
              <a:rPr smtClean="0"/>
              <a:t> O(1)</a:t>
            </a:r>
          </a:p>
          <a:p>
            <a:r>
              <a:rPr smtClean="0"/>
              <a:t>The best case occurs when the target element is found at the middle of the array on the first comparison. For example,</a:t>
            </a:r>
          </a:p>
          <a:p>
            <a:r>
              <a:rPr smtClean="0"/>
              <a:t>Array: 3, 8, 15, 20, 35, 50, 75 Target: </a:t>
            </a:r>
            <a:r>
              <a:rPr smtClean="0"/>
              <a:t>20</a:t>
            </a:r>
          </a:p>
          <a:p>
            <a:r>
              <a:rPr smtClean="0"/>
              <a:t>In </a:t>
            </a:r>
            <a:r>
              <a:rPr smtClean="0"/>
              <a:t>the first iteration, the middle element is checked and matches the target (</a:t>
            </a:r>
            <a:r>
              <a:rPr b="1" smtClean="0"/>
              <a:t>20</a:t>
            </a:r>
            <a:r>
              <a:rPr smtClean="0"/>
              <a:t>). Only one comparison is needed, resulting in a time complexity of O(1</a:t>
            </a:r>
            <a:r>
              <a:rPr smtClean="0"/>
              <a:t>).</a:t>
            </a:r>
            <a:endParaRPr smtClean="0"/>
          </a:p>
          <a:p>
            <a:pPr>
              <a:buFont typeface="Arial" pitchFamily="34" charset="0"/>
              <a:buChar char="•"/>
            </a:pPr>
            <a:endParaRPr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/>
              <a:t>Binary Search Tree: Complexity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r>
              <a:rPr b="1" smtClean="0"/>
              <a:t>Worst Case Time Complexity:</a:t>
            </a:r>
            <a:r>
              <a:rPr smtClean="0"/>
              <a:t> O(log⁡n)</a:t>
            </a:r>
          </a:p>
          <a:p>
            <a:r>
              <a:rPr smtClean="0"/>
              <a:t>The worst case occurs when the target element is either not in the array or found after repeatedly halving the search interval until it contains only one element.</a:t>
            </a:r>
          </a:p>
          <a:p>
            <a:r>
              <a:rPr smtClean="0"/>
              <a:t>Let's look at an example.</a:t>
            </a:r>
          </a:p>
          <a:p>
            <a:r>
              <a:rPr smtClean="0"/>
              <a:t>Array: 3, 8, 15, 20, 35, 50, 75 Target: 35</a:t>
            </a:r>
            <a:endParaRPr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Trees and their Representation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3" name="Picture 1" descr="C:\Users\hp\Downloads\159671940902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6095" y="1732280"/>
            <a:ext cx="5022850" cy="33035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</a:t>
            </a:r>
            <a:r>
              <a:rPr lang="en-US" dirty="0" smtClean="0"/>
              <a:t>in </a:t>
            </a:r>
            <a:r>
              <a:rPr lang="en-US" dirty="0" smtClean="0"/>
              <a:t>BST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50" name="AutoShape 2" descr="1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https://media.geeksforgeeks.org/wp-content/uploads/20251011151426328337/1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7567" y="1616939"/>
            <a:ext cx="7307262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5266481"/>
            <a:ext cx="9137444" cy="408832"/>
          </a:xfrm>
        </p:spPr>
        <p:txBody>
          <a:bodyPr>
            <a:normAutofit/>
          </a:bodyPr>
          <a:lstStyle/>
          <a:p>
            <a:r>
              <a:rPr b="1" smtClean="0"/>
              <a:t>https://www.geeksforgeeks.org/dsa/insertion-in-binary-search-tree/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</a:t>
            </a:r>
            <a:r>
              <a:rPr lang="en-US" dirty="0" smtClean="0"/>
              <a:t>in BST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9488" y="1598613"/>
            <a:ext cx="7688262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5266481"/>
            <a:ext cx="9137444" cy="408832"/>
          </a:xfrm>
        </p:spPr>
        <p:txBody>
          <a:bodyPr>
            <a:normAutofit/>
          </a:bodyPr>
          <a:lstStyle/>
          <a:p>
            <a:r>
              <a:rPr b="1" smtClean="0"/>
              <a:t>https://www.geeksforgeeks.org/dsa/deletion-in-binary-search-tree/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</a:t>
            </a:r>
            <a:r>
              <a:rPr lang="en-US" dirty="0" smtClean="0"/>
              <a:t>in BST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xmlns="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6648" y="1655179"/>
            <a:ext cx="9137444" cy="2488557"/>
          </a:xfrm>
        </p:spPr>
        <p:txBody>
          <a:bodyPr>
            <a:normAutofit/>
          </a:bodyPr>
          <a:lstStyle/>
          <a:p>
            <a:pPr fontAlgn="base"/>
            <a:r>
              <a:rPr b="1" smtClean="0"/>
              <a:t>Case 1: Node has No Children (Leaf Node</a:t>
            </a:r>
            <a:r>
              <a:rPr b="1" smtClean="0"/>
              <a:t>)</a:t>
            </a:r>
          </a:p>
          <a:p>
            <a:pPr fontAlgn="base"/>
            <a:r>
              <a:rPr b="1" smtClean="0"/>
              <a:t>Case 2: Node has One Child(Left or Right Child</a:t>
            </a:r>
            <a:r>
              <a:rPr b="1" smtClean="0"/>
              <a:t>)</a:t>
            </a:r>
          </a:p>
          <a:p>
            <a:pPr fontAlgn="base"/>
            <a:r>
              <a:rPr b="1" smtClean="0"/>
              <a:t>Case 3: Node has Two Children</a:t>
            </a:r>
          </a:p>
          <a:p>
            <a:pPr fontAlgn="base"/>
            <a:endParaRPr b="1" smtClean="0"/>
          </a:p>
          <a:p>
            <a:pPr fontAlgn="base"/>
            <a:endParaRPr b="1" smtClean="0"/>
          </a:p>
          <a:p>
            <a:pPr fontAlgn="base"/>
            <a:endParaRPr b="1" smtClean="0"/>
          </a:p>
          <a:p>
            <a:pPr fontAlgn="base"/>
            <a:endParaRPr b="1"/>
          </a:p>
        </p:txBody>
      </p:sp>
    </p:spTree>
    <p:extLst>
      <p:ext uri="{BB962C8B-B14F-4D97-AF65-F5344CB8AC3E}">
        <p14:creationId xmlns:p14="http://schemas.microsoft.com/office/powerpoint/2010/main" xmlns="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xmlns="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92004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19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227</Words>
  <Application>Microsoft Office PowerPoint</Application>
  <PresentationFormat>Custom</PresentationFormat>
  <Paragraphs>46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 </vt:lpstr>
      <vt:lpstr>Content</vt:lpstr>
      <vt:lpstr> Binary Search Tree</vt:lpstr>
      <vt:lpstr> Binary Search Tree</vt:lpstr>
      <vt:lpstr> Binary Search Tree</vt:lpstr>
      <vt:lpstr> Binary Search Tree: Complexity</vt:lpstr>
      <vt:lpstr> Binary Search Tree: Complexity</vt:lpstr>
      <vt:lpstr>Binary Trees and their Representation</vt:lpstr>
      <vt:lpstr>Insertion in BST</vt:lpstr>
      <vt:lpstr>Deletion in BST</vt:lpstr>
      <vt:lpstr>Deletion in BST</vt:lpstr>
      <vt:lpstr>Thanking you !!!!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213</cp:revision>
  <dcterms:created xsi:type="dcterms:W3CDTF">2024-10-06T15:26:34Z</dcterms:created>
  <dcterms:modified xsi:type="dcterms:W3CDTF">2026-04-19T10:00:26Z</dcterms:modified>
</cp:coreProperties>
</file>