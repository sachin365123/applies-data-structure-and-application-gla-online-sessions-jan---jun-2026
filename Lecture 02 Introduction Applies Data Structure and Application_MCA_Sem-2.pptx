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s/slide29.xml" ContentType="application/vnd.openxmlformats-officedocument.presentationml.slide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27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15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28.xml" ContentType="application/vnd.openxmlformats-officedocument.presentationml.slide+xml"/>
  <Override PartName="/ppt/slideLayouts/slideLayout7.xml" ContentType="application/vnd.openxmlformats-officedocument.presentationml.slideLayout+xml"/>
  <Default Extension="png" ContentType="image/png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59" r:id="rId4"/>
    <p:sldId id="260" r:id="rId5"/>
    <p:sldId id="261" r:id="rId6"/>
    <p:sldId id="292" r:id="rId7"/>
    <p:sldId id="293" r:id="rId8"/>
    <p:sldId id="263" r:id="rId9"/>
    <p:sldId id="291" r:id="rId10"/>
    <p:sldId id="265" r:id="rId11"/>
    <p:sldId id="296" r:id="rId12"/>
    <p:sldId id="264" r:id="rId13"/>
    <p:sldId id="298" r:id="rId14"/>
    <p:sldId id="299" r:id="rId15"/>
    <p:sldId id="276" r:id="rId16"/>
    <p:sldId id="278" r:id="rId17"/>
    <p:sldId id="280" r:id="rId18"/>
    <p:sldId id="281" r:id="rId19"/>
    <p:sldId id="294" r:id="rId20"/>
    <p:sldId id="290" r:id="rId21"/>
    <p:sldId id="295" r:id="rId22"/>
    <p:sldId id="282" r:id="rId23"/>
    <p:sldId id="284" r:id="rId24"/>
    <p:sldId id="283" r:id="rId25"/>
    <p:sldId id="285" r:id="rId26"/>
    <p:sldId id="286" r:id="rId27"/>
    <p:sldId id="287" r:id="rId28"/>
    <p:sldId id="288" r:id="rId29"/>
    <p:sldId id="289" r:id="rId30"/>
    <p:sldId id="257" r:id="rId3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 xmlns="">
          <a:srgbClr val="FF0000"/>
        </p14:laserClr>
      </p:ext>
      <p:ext uri="{2FDB2607-1784-4EEB-B798-7EB5836EED8A}">
        <p14:showMediaCtrls xmlns:p14="http://schemas.microsoft.com/office/powerpoint/2010/main" xmlns="" val="1"/>
      </p:ext>
    </p:extLst>
  </p:showPr>
  <p:clrMru>
    <a:srgbClr val="00B050"/>
  </p:clrMru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32767"/>
    </p:ext>
    <p:ext uri="{FD5EFAAD-0ECE-453E-9831-46B23BE46B34}">
      <p15:chartTrackingRefBased xmlns:p15="http://schemas.microsoft.com/office/powerpoint/2012/main" xmlns="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891" autoAdjust="0"/>
    <p:restoredTop sz="94660"/>
  </p:normalViewPr>
  <p:slideViewPr>
    <p:cSldViewPr snapToGrid="0">
      <p:cViewPr>
        <p:scale>
          <a:sx n="75" d="100"/>
          <a:sy n="75" d="100"/>
        </p:scale>
        <p:origin x="-509" y="-9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ideo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5960860F-C340-F964-8711-B70D18F2D68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140316" y="2997171"/>
            <a:ext cx="5911368" cy="863658"/>
          </a:xfrm>
          <a:prstGeom prst="rect">
            <a:avLst/>
          </a:prstGeom>
        </p:spPr>
        <p:txBody>
          <a:bodyPr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IN" sz="4400" b="1" kern="1200" dirty="0">
                <a:solidFill>
                  <a:srgbClr val="00B050"/>
                </a:solidFill>
                <a:latin typeface="Roboto" panose="02000000000000000000" pitchFamily="2" charset="0"/>
                <a:ea typeface="Roboto" panose="02000000000000000000" pitchFamily="2" charset="0"/>
                <a:cs typeface="+mj-cs"/>
              </a:defRPr>
            </a:lvl1pPr>
          </a:lstStyle>
          <a:p>
            <a:r>
              <a:rPr lang="en-US" b="1" dirty="0">
                <a:solidFill>
                  <a:srgbClr val="00B050"/>
                </a:solidFill>
              </a:rPr>
              <a:t>Video Title</a:t>
            </a:r>
            <a:endParaRPr lang="en-IN" dirty="0"/>
          </a:p>
        </p:txBody>
      </p:sp>
      <p:sp>
        <p:nvSpPr>
          <p:cNvPr id="4" name="Picture Placeholder 22">
            <a:extLst>
              <a:ext uri="{FF2B5EF4-FFF2-40B4-BE49-F238E27FC236}">
                <a16:creationId xmlns:a16="http://schemas.microsoft.com/office/drawing/2014/main" xmlns="" id="{F41921D5-B2A7-423B-B9D7-CEB7266C8ACD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10185400" y="4768850"/>
            <a:ext cx="1770063" cy="1222375"/>
          </a:xfrm>
          <a:prstGeom prst="rect">
            <a:avLst/>
          </a:prstGeom>
        </p:spPr>
        <p:txBody>
          <a:bodyPr/>
          <a:lstStyle>
            <a:lvl1pPr>
              <a:defRPr sz="2000"/>
            </a:lvl1pPr>
          </a:lstStyle>
          <a:p>
            <a:r>
              <a:rPr lang="en-US" dirty="0"/>
              <a:t>Area Reserved for inset video</a:t>
            </a:r>
            <a:endParaRPr lang="en-IN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xmlns="" id="{51EEF7B5-2005-487C-A335-E2554B8F2C0F}"/>
              </a:ext>
            </a:extLst>
          </p:cNvPr>
          <p:cNvSpPr/>
          <p:nvPr userDrawn="1"/>
        </p:nvSpPr>
        <p:spPr>
          <a:xfrm>
            <a:off x="0" y="6697746"/>
            <a:ext cx="12192000" cy="190072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xmlns="" val="26103884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ly Paragrap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7812EC6F-E89D-0AC7-A761-B1023C3E87A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59121" y="453875"/>
            <a:ext cx="9137098" cy="587507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IN" sz="3600" b="1" kern="1200" dirty="0">
                <a:solidFill>
                  <a:srgbClr val="00B050"/>
                </a:solidFill>
                <a:latin typeface="Roboto" panose="02000000000000000000" pitchFamily="2" charset="0"/>
                <a:ea typeface="Roboto" panose="02000000000000000000" pitchFamily="2" charset="0"/>
                <a:cs typeface="+mj-cs"/>
              </a:defRPr>
            </a:lvl1pPr>
          </a:lstStyle>
          <a:p>
            <a:r>
              <a:rPr lang="en-US" dirty="0"/>
              <a:t>Header</a:t>
            </a:r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BBB91498-2249-4872-68A4-05066A2D0C15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31850" y="5991166"/>
            <a:ext cx="10515600" cy="676762"/>
          </a:xfrm>
          <a:prstGeom prst="rect">
            <a:avLst/>
          </a:prstGeom>
        </p:spPr>
        <p:txBody>
          <a:bodyPr/>
          <a:lstStyle>
            <a:lvl1pPr marL="0" marR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Do not type anything in this area, as it is reserved for the caption.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xmlns="" id="{94D008F4-334F-453F-AFA1-C8D15F2524EA}"/>
              </a:ext>
            </a:extLst>
          </p:cNvPr>
          <p:cNvSpPr/>
          <p:nvPr userDrawn="1"/>
        </p:nvSpPr>
        <p:spPr>
          <a:xfrm>
            <a:off x="0" y="6667928"/>
            <a:ext cx="12192000" cy="190072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xmlns="" id="{D0FF8217-211C-4647-A5FC-232CD898B9F8}"/>
              </a:ext>
            </a:extLst>
          </p:cNvPr>
          <p:cNvCxnSpPr>
            <a:cxnSpLocks/>
          </p:cNvCxnSpPr>
          <p:nvPr userDrawn="1"/>
        </p:nvCxnSpPr>
        <p:spPr>
          <a:xfrm>
            <a:off x="0" y="1284270"/>
            <a:ext cx="9842643" cy="0"/>
          </a:xfrm>
          <a:prstGeom prst="line">
            <a:avLst/>
          </a:prstGeom>
          <a:ln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itle 1">
            <a:extLst>
              <a:ext uri="{FF2B5EF4-FFF2-40B4-BE49-F238E27FC236}">
                <a16:creationId xmlns:a16="http://schemas.microsoft.com/office/drawing/2014/main" xmlns="" id="{60EFD52D-71BD-4D6E-8493-A06A442AF56E}"/>
              </a:ext>
            </a:extLst>
          </p:cNvPr>
          <p:cNvSpPr txBox="1">
            <a:spLocks/>
          </p:cNvSpPr>
          <p:nvPr userDrawn="1"/>
        </p:nvSpPr>
        <p:spPr>
          <a:xfrm>
            <a:off x="0" y="12564"/>
            <a:ext cx="121920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358775"/>
            <a:endParaRPr lang="en-IN" b="1" dirty="0">
              <a:solidFill>
                <a:srgbClr val="00B050"/>
              </a:solidFill>
            </a:endParaRPr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xmlns="" id="{2E3162AD-7B7B-4601-A7F5-13C45770520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58775" y="1500188"/>
            <a:ext cx="9137444" cy="4175125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Wingdings" panose="05000000000000000000" pitchFamily="2" charset="2"/>
              <a:buNone/>
              <a:defRPr lang="en-US" sz="1800" kern="1200" dirty="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1pPr>
          </a:lstStyle>
          <a:p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sed do </a:t>
            </a:r>
            <a:r>
              <a:rPr lang="en-US" dirty="0" err="1"/>
              <a:t>eiusmod</a:t>
            </a:r>
            <a:r>
              <a:rPr lang="en-US" dirty="0"/>
              <a:t> </a:t>
            </a:r>
            <a:r>
              <a:rPr lang="en-US" dirty="0" err="1"/>
              <a:t>tempor</a:t>
            </a:r>
            <a:r>
              <a:rPr lang="en-US" dirty="0"/>
              <a:t> </a:t>
            </a:r>
            <a:r>
              <a:rPr lang="en-US" dirty="0" err="1"/>
              <a:t>incididunt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labore</a:t>
            </a:r>
            <a:r>
              <a:rPr lang="en-US" dirty="0"/>
              <a:t> et dolore magna </a:t>
            </a:r>
            <a:r>
              <a:rPr lang="en-US" dirty="0" err="1"/>
              <a:t>aliqua</a:t>
            </a:r>
            <a:r>
              <a:rPr lang="en-US" dirty="0"/>
              <a:t>.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labore</a:t>
            </a:r>
            <a:r>
              <a:rPr lang="en-US" dirty="0"/>
              <a:t> et dolore magna </a:t>
            </a:r>
            <a:r>
              <a:rPr lang="en-US" dirty="0" err="1"/>
              <a:t>aliqua</a:t>
            </a:r>
            <a:r>
              <a:rPr lang="en-US" dirty="0"/>
              <a:t>. Ut </a:t>
            </a:r>
            <a:r>
              <a:rPr lang="en-US" dirty="0" err="1"/>
              <a:t>enim</a:t>
            </a:r>
            <a:r>
              <a:rPr lang="en-US" dirty="0"/>
              <a:t> ad minim </a:t>
            </a:r>
            <a:r>
              <a:rPr lang="en-US" dirty="0" err="1"/>
              <a:t>veniam</a:t>
            </a:r>
            <a:r>
              <a:rPr lang="en-US" dirty="0"/>
              <a:t>.</a:t>
            </a:r>
          </a:p>
        </p:txBody>
      </p:sp>
      <p:sp>
        <p:nvSpPr>
          <p:cNvPr id="10" name="Picture Placeholder 22">
            <a:extLst>
              <a:ext uri="{FF2B5EF4-FFF2-40B4-BE49-F238E27FC236}">
                <a16:creationId xmlns:a16="http://schemas.microsoft.com/office/drawing/2014/main" xmlns="" id="{9822BFC8-E641-4409-BC51-E828D2291BCF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10185400" y="4768850"/>
            <a:ext cx="1770063" cy="1222375"/>
          </a:xfrm>
          <a:prstGeom prst="rect">
            <a:avLst/>
          </a:prstGeom>
        </p:spPr>
        <p:txBody>
          <a:bodyPr/>
          <a:lstStyle>
            <a:lvl1pPr>
              <a:defRPr sz="2000"/>
            </a:lvl1pPr>
          </a:lstStyle>
          <a:p>
            <a:r>
              <a:rPr lang="en-US" dirty="0"/>
              <a:t>Area Reserved for inset video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xmlns="" val="10942096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ly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7812EC6F-E89D-0AC7-A761-B1023C3E87A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59121" y="453875"/>
            <a:ext cx="9137098" cy="587507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IN" sz="3600" b="1" kern="1200" dirty="0">
                <a:solidFill>
                  <a:srgbClr val="00B050"/>
                </a:solidFill>
                <a:latin typeface="Roboto" panose="02000000000000000000" pitchFamily="2" charset="0"/>
                <a:ea typeface="Roboto" panose="02000000000000000000" pitchFamily="2" charset="0"/>
                <a:cs typeface="+mj-cs"/>
              </a:defRPr>
            </a:lvl1pPr>
          </a:lstStyle>
          <a:p>
            <a:r>
              <a:rPr lang="en-US" dirty="0"/>
              <a:t>Header</a:t>
            </a:r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BBB91498-2249-4872-68A4-05066A2D0C15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31850" y="5991166"/>
            <a:ext cx="10515600" cy="676762"/>
          </a:xfrm>
          <a:prstGeom prst="rect">
            <a:avLst/>
          </a:prstGeom>
        </p:spPr>
        <p:txBody>
          <a:bodyPr/>
          <a:lstStyle>
            <a:lvl1pPr marL="0" marR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Do not type anything in this area, as it is reserved for the caption.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xmlns="" id="{94D008F4-334F-453F-AFA1-C8D15F2524EA}"/>
              </a:ext>
            </a:extLst>
          </p:cNvPr>
          <p:cNvSpPr/>
          <p:nvPr userDrawn="1"/>
        </p:nvSpPr>
        <p:spPr>
          <a:xfrm>
            <a:off x="0" y="6667928"/>
            <a:ext cx="12192000" cy="190072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xmlns="" id="{D0FF8217-211C-4647-A5FC-232CD898B9F8}"/>
              </a:ext>
            </a:extLst>
          </p:cNvPr>
          <p:cNvCxnSpPr>
            <a:cxnSpLocks/>
          </p:cNvCxnSpPr>
          <p:nvPr userDrawn="1"/>
        </p:nvCxnSpPr>
        <p:spPr>
          <a:xfrm>
            <a:off x="0" y="1284270"/>
            <a:ext cx="9842643" cy="0"/>
          </a:xfrm>
          <a:prstGeom prst="line">
            <a:avLst/>
          </a:prstGeom>
          <a:ln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itle 1">
            <a:extLst>
              <a:ext uri="{FF2B5EF4-FFF2-40B4-BE49-F238E27FC236}">
                <a16:creationId xmlns:a16="http://schemas.microsoft.com/office/drawing/2014/main" xmlns="" id="{60EFD52D-71BD-4D6E-8493-A06A442AF56E}"/>
              </a:ext>
            </a:extLst>
          </p:cNvPr>
          <p:cNvSpPr txBox="1">
            <a:spLocks/>
          </p:cNvSpPr>
          <p:nvPr userDrawn="1"/>
        </p:nvSpPr>
        <p:spPr>
          <a:xfrm>
            <a:off x="0" y="12563"/>
            <a:ext cx="121920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358775"/>
            <a:endParaRPr lang="en-IN" b="1" dirty="0">
              <a:solidFill>
                <a:srgbClr val="00B050"/>
              </a:solidFill>
            </a:endParaRPr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xmlns="" id="{2E3162AD-7B7B-4601-A7F5-13C45770520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58775" y="1500188"/>
            <a:ext cx="9137444" cy="4175125"/>
          </a:xfrm>
          <a:prstGeom prst="rect">
            <a:avLst/>
          </a:prstGeom>
        </p:spPr>
        <p:txBody>
          <a:bodyPr>
            <a:normAutofit/>
          </a:bodyPr>
          <a:lstStyle>
            <a:lvl1pPr marL="285750" indent="-2857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B050"/>
              </a:buClr>
              <a:buFont typeface="Wingdings" panose="05000000000000000000" pitchFamily="2" charset="2"/>
              <a:buChar char="Ø"/>
              <a:defRPr lang="en-US" sz="1800" kern="1200" dirty="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1pPr>
          </a:lstStyle>
          <a:p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sed do </a:t>
            </a:r>
            <a:r>
              <a:rPr lang="en-US" dirty="0" err="1"/>
              <a:t>eiusmod</a:t>
            </a:r>
            <a:r>
              <a:rPr lang="en-US" dirty="0"/>
              <a:t> </a:t>
            </a:r>
            <a:r>
              <a:rPr lang="en-US" dirty="0" err="1"/>
              <a:t>tempor</a:t>
            </a:r>
            <a:r>
              <a:rPr lang="en-US" dirty="0"/>
              <a:t> </a:t>
            </a:r>
            <a:r>
              <a:rPr lang="en-US" dirty="0" err="1"/>
              <a:t>incididunt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labore</a:t>
            </a:r>
            <a:r>
              <a:rPr lang="en-US" dirty="0"/>
              <a:t> et dolore magna </a:t>
            </a:r>
            <a:r>
              <a:rPr lang="en-US" dirty="0" err="1"/>
              <a:t>aliqua</a:t>
            </a:r>
            <a:r>
              <a:rPr lang="en-US" dirty="0"/>
              <a:t>.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labore</a:t>
            </a:r>
            <a:r>
              <a:rPr lang="en-US" dirty="0"/>
              <a:t> et dolore magna </a:t>
            </a:r>
            <a:r>
              <a:rPr lang="en-US" dirty="0" err="1"/>
              <a:t>aliqua</a:t>
            </a:r>
            <a:r>
              <a:rPr lang="en-US" dirty="0"/>
              <a:t>. Ut </a:t>
            </a:r>
            <a:r>
              <a:rPr lang="en-US" dirty="0" err="1"/>
              <a:t>enim</a:t>
            </a:r>
            <a:r>
              <a:rPr lang="en-US" dirty="0"/>
              <a:t> ad minim </a:t>
            </a:r>
            <a:r>
              <a:rPr lang="en-US" dirty="0" err="1"/>
              <a:t>veniam</a:t>
            </a:r>
            <a:r>
              <a:rPr lang="en-US" dirty="0"/>
              <a:t>.</a:t>
            </a:r>
          </a:p>
          <a:p>
            <a:r>
              <a:rPr lang="en-US" dirty="0"/>
              <a:t>Lorem Ipsum</a:t>
            </a:r>
          </a:p>
          <a:p>
            <a:r>
              <a:rPr lang="en-US" dirty="0"/>
              <a:t>Lorem ipsum</a:t>
            </a:r>
          </a:p>
        </p:txBody>
      </p:sp>
      <p:sp>
        <p:nvSpPr>
          <p:cNvPr id="10" name="Picture Placeholder 22">
            <a:extLst>
              <a:ext uri="{FF2B5EF4-FFF2-40B4-BE49-F238E27FC236}">
                <a16:creationId xmlns:a16="http://schemas.microsoft.com/office/drawing/2014/main" xmlns="" id="{9822BFC8-E641-4409-BC51-E828D2291BCF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10185400" y="4768850"/>
            <a:ext cx="1770063" cy="1222375"/>
          </a:xfrm>
          <a:prstGeom prst="rect">
            <a:avLst/>
          </a:prstGeom>
        </p:spPr>
        <p:txBody>
          <a:bodyPr/>
          <a:lstStyle>
            <a:lvl1pPr>
              <a:defRPr sz="2000"/>
            </a:lvl1pPr>
          </a:lstStyle>
          <a:p>
            <a:r>
              <a:rPr lang="en-US" dirty="0"/>
              <a:t>Area Reserved for inset video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xmlns="" val="9171126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Only Paragrap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7812EC6F-E89D-0AC7-A761-B1023C3E87A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59121" y="453875"/>
            <a:ext cx="9137098" cy="587507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IN" sz="3600" b="1" kern="1200" dirty="0">
                <a:solidFill>
                  <a:srgbClr val="00B050"/>
                </a:solidFill>
                <a:latin typeface="Roboto" panose="02000000000000000000" pitchFamily="2" charset="0"/>
                <a:ea typeface="Roboto" panose="02000000000000000000" pitchFamily="2" charset="0"/>
                <a:cs typeface="+mj-cs"/>
              </a:defRPr>
            </a:lvl1pPr>
          </a:lstStyle>
          <a:p>
            <a:r>
              <a:rPr lang="en-US" dirty="0"/>
              <a:t>Header</a:t>
            </a:r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BBB91498-2249-4872-68A4-05066A2D0C15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31850" y="5991166"/>
            <a:ext cx="10515600" cy="676762"/>
          </a:xfrm>
          <a:prstGeom prst="rect">
            <a:avLst/>
          </a:prstGeom>
        </p:spPr>
        <p:txBody>
          <a:bodyPr/>
          <a:lstStyle>
            <a:lvl1pPr marL="0" marR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Do not type anything in this area, as it is reserved for the caption.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xmlns="" id="{94D008F4-334F-453F-AFA1-C8D15F2524EA}"/>
              </a:ext>
            </a:extLst>
          </p:cNvPr>
          <p:cNvSpPr/>
          <p:nvPr userDrawn="1"/>
        </p:nvSpPr>
        <p:spPr>
          <a:xfrm>
            <a:off x="0" y="6667928"/>
            <a:ext cx="12192000" cy="190072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xmlns="" id="{D0FF8217-211C-4647-A5FC-232CD898B9F8}"/>
              </a:ext>
            </a:extLst>
          </p:cNvPr>
          <p:cNvCxnSpPr>
            <a:cxnSpLocks/>
          </p:cNvCxnSpPr>
          <p:nvPr userDrawn="1"/>
        </p:nvCxnSpPr>
        <p:spPr>
          <a:xfrm>
            <a:off x="0" y="1284270"/>
            <a:ext cx="9842643" cy="0"/>
          </a:xfrm>
          <a:prstGeom prst="line">
            <a:avLst/>
          </a:prstGeom>
          <a:ln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itle 1">
            <a:extLst>
              <a:ext uri="{FF2B5EF4-FFF2-40B4-BE49-F238E27FC236}">
                <a16:creationId xmlns:a16="http://schemas.microsoft.com/office/drawing/2014/main" xmlns="" id="{60EFD52D-71BD-4D6E-8493-A06A442AF56E}"/>
              </a:ext>
            </a:extLst>
          </p:cNvPr>
          <p:cNvSpPr txBox="1">
            <a:spLocks/>
          </p:cNvSpPr>
          <p:nvPr userDrawn="1"/>
        </p:nvSpPr>
        <p:spPr>
          <a:xfrm>
            <a:off x="0" y="12564"/>
            <a:ext cx="121920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358775"/>
            <a:endParaRPr lang="en-IN" b="1" dirty="0">
              <a:solidFill>
                <a:srgbClr val="00B050"/>
              </a:solidFill>
            </a:endParaRPr>
          </a:p>
        </p:txBody>
      </p:sp>
      <p:sp>
        <p:nvSpPr>
          <p:cNvPr id="10" name="Picture Placeholder 22">
            <a:extLst>
              <a:ext uri="{FF2B5EF4-FFF2-40B4-BE49-F238E27FC236}">
                <a16:creationId xmlns:a16="http://schemas.microsoft.com/office/drawing/2014/main" xmlns="" id="{9822BFC8-E641-4409-BC51-E828D2291BCF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10185400" y="4768850"/>
            <a:ext cx="1770063" cy="1222375"/>
          </a:xfrm>
          <a:prstGeom prst="rect">
            <a:avLst/>
          </a:prstGeom>
        </p:spPr>
        <p:txBody>
          <a:bodyPr/>
          <a:lstStyle>
            <a:lvl1pPr>
              <a:defRPr sz="2000"/>
            </a:lvl1pPr>
          </a:lstStyle>
          <a:p>
            <a:r>
              <a:rPr lang="en-US" dirty="0"/>
              <a:t>Area Reserved for inset video</a:t>
            </a:r>
            <a:endParaRPr lang="en-IN" dirty="0"/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xmlns="" id="{9E4CB4B1-306A-4384-AC34-AB499A6C72F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59121" y="1718085"/>
            <a:ext cx="5400675" cy="389568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Wingdings" panose="05000000000000000000" pitchFamily="2" charset="2"/>
              <a:buNone/>
              <a:defRPr lang="en-US" sz="2000" b="1" kern="1200" dirty="0">
                <a:solidFill>
                  <a:srgbClr val="00B050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1pPr>
          </a:lstStyle>
          <a:p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endParaRPr lang="en-US" dirty="0"/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xmlns="" id="{47040CAB-B54D-4828-9A04-3A7C3AC3EDF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59121" y="2107653"/>
            <a:ext cx="5400675" cy="389568"/>
          </a:xfrm>
          <a:prstGeom prst="rect">
            <a:avLst/>
          </a:prstGeom>
        </p:spPr>
        <p:txBody>
          <a:bodyPr>
            <a:normAutofit/>
          </a:bodyPr>
          <a:lstStyle>
            <a:lvl1pPr marL="285750" indent="-28575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rgbClr val="00B050"/>
              </a:buClr>
              <a:buFont typeface="Wingdings" panose="05000000000000000000" pitchFamily="2" charset="2"/>
              <a:buChar char="§"/>
              <a:defRPr lang="en-US" sz="1800" b="0" kern="1200" dirty="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1pPr>
          </a:lstStyle>
          <a:p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4161086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Only Paragrap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xmlns="" id="{BC7AB3E3-1439-42FC-80BD-2A21307FA18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2925419" y="1308691"/>
            <a:ext cx="6341163" cy="4856836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xmlns="" id="{7812EC6F-E89D-0AC7-A761-B1023C3E87A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59121" y="453875"/>
            <a:ext cx="9137098" cy="587507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IN" sz="3600" b="1" kern="1200" dirty="0">
                <a:solidFill>
                  <a:srgbClr val="00B050"/>
                </a:solidFill>
                <a:latin typeface="Roboto" panose="02000000000000000000" pitchFamily="2" charset="0"/>
                <a:ea typeface="Roboto" panose="02000000000000000000" pitchFamily="2" charset="0"/>
                <a:cs typeface="+mj-cs"/>
              </a:defRPr>
            </a:lvl1pPr>
          </a:lstStyle>
          <a:p>
            <a:r>
              <a:rPr lang="en-US" dirty="0"/>
              <a:t>For Quotations Only</a:t>
            </a:r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BBB91498-2249-4872-68A4-05066A2D0C15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31850" y="5991166"/>
            <a:ext cx="10515600" cy="676762"/>
          </a:xfrm>
          <a:prstGeom prst="rect">
            <a:avLst/>
          </a:prstGeom>
        </p:spPr>
        <p:txBody>
          <a:bodyPr/>
          <a:lstStyle>
            <a:lvl1pPr marL="0" marR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Do not type anything in this area, as it is reserved for the caption.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xmlns="" id="{94D008F4-334F-453F-AFA1-C8D15F2524EA}"/>
              </a:ext>
            </a:extLst>
          </p:cNvPr>
          <p:cNvSpPr/>
          <p:nvPr userDrawn="1"/>
        </p:nvSpPr>
        <p:spPr>
          <a:xfrm>
            <a:off x="0" y="6667928"/>
            <a:ext cx="12192000" cy="190072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xmlns="" id="{D0FF8217-211C-4647-A5FC-232CD898B9F8}"/>
              </a:ext>
            </a:extLst>
          </p:cNvPr>
          <p:cNvCxnSpPr>
            <a:cxnSpLocks/>
          </p:cNvCxnSpPr>
          <p:nvPr userDrawn="1"/>
        </p:nvCxnSpPr>
        <p:spPr>
          <a:xfrm>
            <a:off x="0" y="1284270"/>
            <a:ext cx="9842643" cy="0"/>
          </a:xfrm>
          <a:prstGeom prst="line">
            <a:avLst/>
          </a:prstGeom>
          <a:ln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itle 1">
            <a:extLst>
              <a:ext uri="{FF2B5EF4-FFF2-40B4-BE49-F238E27FC236}">
                <a16:creationId xmlns:a16="http://schemas.microsoft.com/office/drawing/2014/main" xmlns="" id="{60EFD52D-71BD-4D6E-8493-A06A442AF56E}"/>
              </a:ext>
            </a:extLst>
          </p:cNvPr>
          <p:cNvSpPr txBox="1">
            <a:spLocks/>
          </p:cNvSpPr>
          <p:nvPr userDrawn="1"/>
        </p:nvSpPr>
        <p:spPr>
          <a:xfrm>
            <a:off x="0" y="12564"/>
            <a:ext cx="121920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358775"/>
            <a:endParaRPr lang="en-IN" b="1" dirty="0">
              <a:solidFill>
                <a:srgbClr val="00B050"/>
              </a:solidFill>
            </a:endParaRPr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xmlns="" id="{2E3162AD-7B7B-4601-A7F5-13C45770520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935896" y="2438947"/>
            <a:ext cx="4432852" cy="1993905"/>
          </a:xfrm>
          <a:prstGeom prst="rect">
            <a:avLst/>
          </a:prstGeom>
        </p:spPr>
        <p:txBody>
          <a:bodyPr>
            <a:normAutofit/>
          </a:bodyPr>
          <a:lstStyle>
            <a:lvl1pPr marL="0" marR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6">
                  <a:lumMod val="75000"/>
                </a:schemeClr>
              </a:buClr>
              <a:buSzTx/>
              <a:buFont typeface="Wingdings" pitchFamily="2" charset="2"/>
              <a:buNone/>
              <a:tabLst/>
              <a:defRPr lang="en-US" sz="1800" kern="1200" dirty="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6">
                  <a:lumMod val="75000"/>
                </a:schemeClr>
              </a:buClr>
              <a:buSzTx/>
              <a:buFont typeface="Wingdings" pitchFamily="2" charset="2"/>
              <a:buNone/>
              <a:tabLst/>
              <a:defRPr/>
            </a:pPr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sed do </a:t>
            </a:r>
            <a:r>
              <a:rPr lang="en-US" dirty="0" err="1"/>
              <a:t>eiusmod</a:t>
            </a:r>
            <a:r>
              <a:rPr lang="en-US" dirty="0"/>
              <a:t> </a:t>
            </a:r>
            <a:r>
              <a:rPr lang="en-US" dirty="0" err="1"/>
              <a:t>tempor</a:t>
            </a:r>
            <a:r>
              <a:rPr lang="en-US" dirty="0"/>
              <a:t> </a:t>
            </a:r>
            <a:r>
              <a:rPr lang="en-US" dirty="0" err="1"/>
              <a:t>incididunt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labore</a:t>
            </a:r>
            <a:r>
              <a:rPr lang="en-US" dirty="0"/>
              <a:t> et dolore magna </a:t>
            </a:r>
            <a:r>
              <a:rPr lang="en-US" dirty="0" err="1"/>
              <a:t>aliqua</a:t>
            </a:r>
            <a:r>
              <a:rPr lang="en-US" dirty="0"/>
              <a:t>.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labore</a:t>
            </a:r>
            <a:r>
              <a:rPr lang="en-US" dirty="0"/>
              <a:t> et dolore magna </a:t>
            </a:r>
            <a:r>
              <a:rPr lang="en-US" dirty="0" err="1"/>
              <a:t>aliqua</a:t>
            </a:r>
            <a:r>
              <a:rPr lang="en-US" dirty="0"/>
              <a:t>. Ut </a:t>
            </a:r>
            <a:r>
              <a:rPr lang="en-US" dirty="0" err="1"/>
              <a:t>enim</a:t>
            </a:r>
            <a:r>
              <a:rPr lang="en-US" dirty="0"/>
              <a:t> ad minim </a:t>
            </a:r>
            <a:r>
              <a:rPr lang="en-US" dirty="0" err="1"/>
              <a:t>veniam</a:t>
            </a:r>
            <a:r>
              <a:rPr lang="en-US" dirty="0"/>
              <a:t>. 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sed do </a:t>
            </a:r>
            <a:r>
              <a:rPr lang="en-US" dirty="0" err="1"/>
              <a:t>eiusmod</a:t>
            </a:r>
            <a:r>
              <a:rPr lang="en-US" dirty="0"/>
              <a:t> </a:t>
            </a:r>
            <a:r>
              <a:rPr lang="en-US" dirty="0" err="1"/>
              <a:t>tempor</a:t>
            </a:r>
            <a:r>
              <a:rPr lang="en-US" dirty="0"/>
              <a:t> </a:t>
            </a:r>
            <a:r>
              <a:rPr lang="en-US" dirty="0" err="1"/>
              <a:t>incididunt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labore</a:t>
            </a:r>
            <a:r>
              <a:rPr lang="en-US" dirty="0"/>
              <a:t> et dolore magna </a:t>
            </a:r>
            <a:r>
              <a:rPr lang="en-US" dirty="0" err="1"/>
              <a:t>aliqua</a:t>
            </a:r>
            <a:r>
              <a:rPr lang="en-US" dirty="0"/>
              <a:t>.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labore</a:t>
            </a:r>
            <a:r>
              <a:rPr lang="en-US" dirty="0"/>
              <a:t> et dolore magna </a:t>
            </a:r>
            <a:r>
              <a:rPr lang="en-US" dirty="0" err="1"/>
              <a:t>aliqua</a:t>
            </a:r>
            <a:r>
              <a:rPr lang="en-US" dirty="0"/>
              <a:t>. Ut </a:t>
            </a:r>
            <a:r>
              <a:rPr lang="en-US" dirty="0" err="1"/>
              <a:t>enim</a:t>
            </a:r>
            <a:r>
              <a:rPr lang="en-US" dirty="0"/>
              <a:t> ad minim </a:t>
            </a:r>
            <a:r>
              <a:rPr lang="en-US" dirty="0" err="1"/>
              <a:t>veniam</a:t>
            </a:r>
            <a:r>
              <a:rPr lang="en-US" dirty="0"/>
              <a:t>.</a:t>
            </a:r>
          </a:p>
        </p:txBody>
      </p:sp>
      <p:sp>
        <p:nvSpPr>
          <p:cNvPr id="10" name="Picture Placeholder 22">
            <a:extLst>
              <a:ext uri="{FF2B5EF4-FFF2-40B4-BE49-F238E27FC236}">
                <a16:creationId xmlns:a16="http://schemas.microsoft.com/office/drawing/2014/main" xmlns="" id="{9822BFC8-E641-4409-BC51-E828D2291BCF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10185400" y="4768850"/>
            <a:ext cx="1770063" cy="1222375"/>
          </a:xfrm>
          <a:prstGeom prst="rect">
            <a:avLst/>
          </a:prstGeom>
        </p:spPr>
        <p:txBody>
          <a:bodyPr/>
          <a:lstStyle>
            <a:lvl1pPr>
              <a:defRPr sz="2000"/>
            </a:lvl1pPr>
          </a:lstStyle>
          <a:p>
            <a:r>
              <a:rPr lang="en-US" dirty="0"/>
              <a:t>Area Reserved for inset video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xmlns="" val="4044912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Only Paragrap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xmlns="" id="{BC7AB3E3-1439-42FC-80BD-2A21307FA18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5200272" y="1757411"/>
            <a:ext cx="4642371" cy="3555694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xmlns="" id="{7812EC6F-E89D-0AC7-A761-B1023C3E87A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59121" y="453875"/>
            <a:ext cx="9137098" cy="587507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IN" sz="3600" b="1" kern="1200" dirty="0">
                <a:solidFill>
                  <a:srgbClr val="00B050"/>
                </a:solidFill>
                <a:latin typeface="Roboto" panose="02000000000000000000" pitchFamily="2" charset="0"/>
                <a:ea typeface="Roboto" panose="02000000000000000000" pitchFamily="2" charset="0"/>
                <a:cs typeface="+mj-cs"/>
              </a:defRPr>
            </a:lvl1pPr>
          </a:lstStyle>
          <a:p>
            <a:r>
              <a:rPr lang="en-US" dirty="0"/>
              <a:t>For Quotations Only</a:t>
            </a:r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BBB91498-2249-4872-68A4-05066A2D0C15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31850" y="5991166"/>
            <a:ext cx="10515600" cy="676762"/>
          </a:xfrm>
          <a:prstGeom prst="rect">
            <a:avLst/>
          </a:prstGeom>
        </p:spPr>
        <p:txBody>
          <a:bodyPr/>
          <a:lstStyle>
            <a:lvl1pPr marL="0" marR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Do not type anything in this area, as it is reserved for the caption.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xmlns="" id="{94D008F4-334F-453F-AFA1-C8D15F2524EA}"/>
              </a:ext>
            </a:extLst>
          </p:cNvPr>
          <p:cNvSpPr/>
          <p:nvPr userDrawn="1"/>
        </p:nvSpPr>
        <p:spPr>
          <a:xfrm>
            <a:off x="0" y="6667928"/>
            <a:ext cx="12192000" cy="190072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xmlns="" id="{D0FF8217-211C-4647-A5FC-232CD898B9F8}"/>
              </a:ext>
            </a:extLst>
          </p:cNvPr>
          <p:cNvCxnSpPr>
            <a:cxnSpLocks/>
          </p:cNvCxnSpPr>
          <p:nvPr userDrawn="1"/>
        </p:nvCxnSpPr>
        <p:spPr>
          <a:xfrm>
            <a:off x="0" y="1284270"/>
            <a:ext cx="9842643" cy="0"/>
          </a:xfrm>
          <a:prstGeom prst="line">
            <a:avLst/>
          </a:prstGeom>
          <a:ln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itle 1">
            <a:extLst>
              <a:ext uri="{FF2B5EF4-FFF2-40B4-BE49-F238E27FC236}">
                <a16:creationId xmlns:a16="http://schemas.microsoft.com/office/drawing/2014/main" xmlns="" id="{60EFD52D-71BD-4D6E-8493-A06A442AF56E}"/>
              </a:ext>
            </a:extLst>
          </p:cNvPr>
          <p:cNvSpPr txBox="1">
            <a:spLocks/>
          </p:cNvSpPr>
          <p:nvPr userDrawn="1"/>
        </p:nvSpPr>
        <p:spPr>
          <a:xfrm>
            <a:off x="0" y="12564"/>
            <a:ext cx="121920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358775"/>
            <a:endParaRPr lang="en-IN" b="1" dirty="0">
              <a:solidFill>
                <a:srgbClr val="00B050"/>
              </a:solidFill>
            </a:endParaRPr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xmlns="" id="{2E3162AD-7B7B-4601-A7F5-13C45770520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057735" y="2353091"/>
            <a:ext cx="2927443" cy="2322098"/>
          </a:xfrm>
          <a:prstGeom prst="rect">
            <a:avLst/>
          </a:prstGeom>
        </p:spPr>
        <p:txBody>
          <a:bodyPr>
            <a:normAutofit/>
          </a:bodyPr>
          <a:lstStyle>
            <a:lvl1pPr marL="0" marR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6">
                  <a:lumMod val="75000"/>
                </a:schemeClr>
              </a:buClr>
              <a:buSzTx/>
              <a:buFont typeface="Wingdings" pitchFamily="2" charset="2"/>
              <a:buNone/>
              <a:tabLst/>
              <a:defRPr lang="en-US" sz="1800" kern="1200" dirty="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6">
                  <a:lumMod val="75000"/>
                </a:schemeClr>
              </a:buClr>
              <a:buSzTx/>
              <a:buFont typeface="Wingdings" pitchFamily="2" charset="2"/>
              <a:buNone/>
              <a:tabLst/>
              <a:defRPr/>
            </a:pPr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sed do </a:t>
            </a:r>
            <a:r>
              <a:rPr lang="en-US" dirty="0" err="1"/>
              <a:t>eiusmod</a:t>
            </a:r>
            <a:r>
              <a:rPr lang="en-US" dirty="0"/>
              <a:t> </a:t>
            </a:r>
            <a:r>
              <a:rPr lang="en-US" dirty="0" err="1"/>
              <a:t>tempor</a:t>
            </a:r>
            <a:r>
              <a:rPr lang="en-US" dirty="0"/>
              <a:t> </a:t>
            </a:r>
            <a:r>
              <a:rPr lang="en-US" dirty="0" err="1"/>
              <a:t>incididunt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labore</a:t>
            </a:r>
            <a:r>
              <a:rPr lang="en-US" dirty="0"/>
              <a:t> et dolore magna </a:t>
            </a:r>
            <a:r>
              <a:rPr lang="en-US" dirty="0" err="1"/>
              <a:t>aliqua</a:t>
            </a:r>
            <a:r>
              <a:rPr lang="en-US" dirty="0"/>
              <a:t>.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labore</a:t>
            </a:r>
            <a:r>
              <a:rPr lang="en-US" dirty="0"/>
              <a:t> et dolore magna </a:t>
            </a:r>
            <a:r>
              <a:rPr lang="en-US" dirty="0" err="1"/>
              <a:t>aliqua</a:t>
            </a:r>
            <a:r>
              <a:rPr lang="en-US" dirty="0"/>
              <a:t>. Ut </a:t>
            </a:r>
            <a:r>
              <a:rPr lang="en-US" dirty="0" err="1"/>
              <a:t>enim</a:t>
            </a:r>
            <a:r>
              <a:rPr lang="en-US" dirty="0"/>
              <a:t> ad minim </a:t>
            </a:r>
            <a:r>
              <a:rPr lang="en-US" dirty="0" err="1"/>
              <a:t>veniam</a:t>
            </a:r>
            <a:r>
              <a:rPr lang="en-US" dirty="0"/>
              <a:t>. </a:t>
            </a:r>
          </a:p>
        </p:txBody>
      </p:sp>
      <p:sp>
        <p:nvSpPr>
          <p:cNvPr id="10" name="Picture Placeholder 22">
            <a:extLst>
              <a:ext uri="{FF2B5EF4-FFF2-40B4-BE49-F238E27FC236}">
                <a16:creationId xmlns:a16="http://schemas.microsoft.com/office/drawing/2014/main" xmlns="" id="{9822BFC8-E641-4409-BC51-E828D2291BCF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10185400" y="4768850"/>
            <a:ext cx="1770063" cy="1222375"/>
          </a:xfrm>
          <a:prstGeom prst="rect">
            <a:avLst/>
          </a:prstGeom>
        </p:spPr>
        <p:txBody>
          <a:bodyPr/>
          <a:lstStyle>
            <a:lvl1pPr>
              <a:defRPr sz="2000"/>
            </a:lvl1pPr>
          </a:lstStyle>
          <a:p>
            <a:r>
              <a:rPr lang="en-US" dirty="0"/>
              <a:t>Area Reserved for inset video</a:t>
            </a:r>
            <a:endParaRPr lang="en-IN" dirty="0"/>
          </a:p>
        </p:txBody>
      </p:sp>
      <p:sp>
        <p:nvSpPr>
          <p:cNvPr id="11" name="Picture Placeholder 8">
            <a:extLst>
              <a:ext uri="{FF2B5EF4-FFF2-40B4-BE49-F238E27FC236}">
                <a16:creationId xmlns:a16="http://schemas.microsoft.com/office/drawing/2014/main" xmlns="" id="{6B93A7B1-FE5F-4D38-90BD-226BB1FA14D0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888997" y="1579545"/>
            <a:ext cx="3713165" cy="3915021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Click on icon to add pictures</a:t>
            </a:r>
            <a:endParaRPr lang="en-IN" dirty="0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xmlns="" id="{953D03DA-6A09-453B-8E92-DDE6238E616E}"/>
              </a:ext>
            </a:extLst>
          </p:cNvPr>
          <p:cNvGrpSpPr/>
          <p:nvPr userDrawn="1"/>
        </p:nvGrpSpPr>
        <p:grpSpPr>
          <a:xfrm rot="10800000">
            <a:off x="831850" y="4257656"/>
            <a:ext cx="1289304" cy="1289304"/>
            <a:chOff x="9611350" y="1273785"/>
            <a:chExt cx="1289304" cy="1289304"/>
          </a:xfrm>
        </p:grpSpPr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xmlns="" id="{787947E2-03B1-49D1-8F29-87DF3EFE5CE2}"/>
                </a:ext>
              </a:extLst>
            </p:cNvPr>
            <p:cNvCxnSpPr/>
            <p:nvPr userDrawn="1"/>
          </p:nvCxnSpPr>
          <p:spPr>
            <a:xfrm>
              <a:off x="9611350" y="1299978"/>
              <a:ext cx="1289304" cy="0"/>
            </a:xfrm>
            <a:prstGeom prst="line">
              <a:avLst/>
            </a:prstGeom>
            <a:ln w="57150">
              <a:solidFill>
                <a:srgbClr val="FFC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xmlns="" id="{538E91B5-064A-42BF-8C2B-298B665E358A}"/>
                </a:ext>
              </a:extLst>
            </p:cNvPr>
            <p:cNvCxnSpPr/>
            <p:nvPr userDrawn="1"/>
          </p:nvCxnSpPr>
          <p:spPr>
            <a:xfrm>
              <a:off x="10872080" y="1273785"/>
              <a:ext cx="0" cy="1289304"/>
            </a:xfrm>
            <a:prstGeom prst="line">
              <a:avLst/>
            </a:prstGeom>
            <a:ln w="57150">
              <a:solidFill>
                <a:srgbClr val="FFC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xmlns="" id="{B255699C-CFB9-49D1-9C35-50A5F279595C}"/>
              </a:ext>
            </a:extLst>
          </p:cNvPr>
          <p:cNvGrpSpPr/>
          <p:nvPr userDrawn="1"/>
        </p:nvGrpSpPr>
        <p:grpSpPr>
          <a:xfrm>
            <a:off x="3372568" y="1527159"/>
            <a:ext cx="1289304" cy="1289304"/>
            <a:chOff x="9611350" y="1273785"/>
            <a:chExt cx="1289304" cy="1289304"/>
          </a:xfrm>
        </p:grpSpPr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xmlns="" id="{C9B84DFC-6D56-44C0-897B-40A729BF74DC}"/>
                </a:ext>
              </a:extLst>
            </p:cNvPr>
            <p:cNvCxnSpPr/>
            <p:nvPr userDrawn="1"/>
          </p:nvCxnSpPr>
          <p:spPr>
            <a:xfrm>
              <a:off x="9611350" y="1299978"/>
              <a:ext cx="1289304" cy="0"/>
            </a:xfrm>
            <a:prstGeom prst="line">
              <a:avLst/>
            </a:prstGeom>
            <a:ln w="57150">
              <a:solidFill>
                <a:srgbClr val="FFC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xmlns="" id="{E49F67E5-6A93-438F-84F1-2E440D2ECFBF}"/>
                </a:ext>
              </a:extLst>
            </p:cNvPr>
            <p:cNvCxnSpPr/>
            <p:nvPr userDrawn="1"/>
          </p:nvCxnSpPr>
          <p:spPr>
            <a:xfrm>
              <a:off x="10872080" y="1273785"/>
              <a:ext cx="0" cy="1289304"/>
            </a:xfrm>
            <a:prstGeom prst="line">
              <a:avLst/>
            </a:prstGeom>
            <a:ln w="57150">
              <a:solidFill>
                <a:srgbClr val="FFC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xmlns="" val="219314732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aragraph with V-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xmlns="" id="{AE22F721-DD17-46CD-B07A-480AE5C6FBF5}"/>
              </a:ext>
            </a:extLst>
          </p:cNvPr>
          <p:cNvCxnSpPr/>
          <p:nvPr userDrawn="1"/>
        </p:nvCxnSpPr>
        <p:spPr>
          <a:xfrm>
            <a:off x="8636718" y="1614243"/>
            <a:ext cx="1289304" cy="0"/>
          </a:xfrm>
          <a:prstGeom prst="line">
            <a:avLst/>
          </a:prstGeom>
          <a:ln w="5715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xmlns="" id="{A79CA459-DE5F-4F1A-AAFC-B0824B0DB5E3}"/>
              </a:ext>
            </a:extLst>
          </p:cNvPr>
          <p:cNvSpPr>
            <a:spLocks noGrp="1"/>
          </p:cNvSpPr>
          <p:nvPr userDrawn="1">
            <p:ph type="pic" sz="quarter" idx="12" hasCustomPrompt="1"/>
          </p:nvPr>
        </p:nvSpPr>
        <p:spPr>
          <a:xfrm>
            <a:off x="6153147" y="1640436"/>
            <a:ext cx="3715711" cy="3915021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Click on icon to add pictures</a:t>
            </a:r>
            <a:endParaRPr lang="en-IN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xmlns="" id="{7812EC6F-E89D-0AC7-A761-B1023C3E87A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59121" y="453875"/>
            <a:ext cx="9137098" cy="587507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IN" sz="3600" b="1" kern="1200" dirty="0">
                <a:solidFill>
                  <a:srgbClr val="00B050"/>
                </a:solidFill>
                <a:latin typeface="Roboto" panose="02000000000000000000" pitchFamily="2" charset="0"/>
                <a:ea typeface="Roboto" panose="02000000000000000000" pitchFamily="2" charset="0"/>
                <a:cs typeface="+mj-cs"/>
              </a:defRPr>
            </a:lvl1pPr>
          </a:lstStyle>
          <a:p>
            <a:r>
              <a:rPr lang="en-US" dirty="0"/>
              <a:t>Header</a:t>
            </a:r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BBB91498-2249-4872-68A4-05066A2D0C15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31850" y="5991166"/>
            <a:ext cx="10515600" cy="676762"/>
          </a:xfrm>
          <a:prstGeom prst="rect">
            <a:avLst/>
          </a:prstGeom>
        </p:spPr>
        <p:txBody>
          <a:bodyPr/>
          <a:lstStyle>
            <a:lvl1pPr marL="0" marR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Do not type anything in this area, as it is reserved for the caption.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xmlns="" id="{94D008F4-334F-453F-AFA1-C8D15F2524EA}"/>
              </a:ext>
            </a:extLst>
          </p:cNvPr>
          <p:cNvSpPr/>
          <p:nvPr userDrawn="1"/>
        </p:nvSpPr>
        <p:spPr>
          <a:xfrm>
            <a:off x="0" y="6667928"/>
            <a:ext cx="12192000" cy="190072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xmlns="" id="{D0FF8217-211C-4647-A5FC-232CD898B9F8}"/>
              </a:ext>
            </a:extLst>
          </p:cNvPr>
          <p:cNvCxnSpPr>
            <a:cxnSpLocks/>
          </p:cNvCxnSpPr>
          <p:nvPr userDrawn="1"/>
        </p:nvCxnSpPr>
        <p:spPr>
          <a:xfrm>
            <a:off x="0" y="1284270"/>
            <a:ext cx="9842643" cy="0"/>
          </a:xfrm>
          <a:prstGeom prst="line">
            <a:avLst/>
          </a:prstGeom>
          <a:ln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itle 1">
            <a:extLst>
              <a:ext uri="{FF2B5EF4-FFF2-40B4-BE49-F238E27FC236}">
                <a16:creationId xmlns:a16="http://schemas.microsoft.com/office/drawing/2014/main" xmlns="" id="{60EFD52D-71BD-4D6E-8493-A06A442AF56E}"/>
              </a:ext>
            </a:extLst>
          </p:cNvPr>
          <p:cNvSpPr txBox="1">
            <a:spLocks/>
          </p:cNvSpPr>
          <p:nvPr userDrawn="1"/>
        </p:nvSpPr>
        <p:spPr>
          <a:xfrm>
            <a:off x="0" y="-7314"/>
            <a:ext cx="121920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358775"/>
            <a:endParaRPr lang="en-IN" b="1" dirty="0">
              <a:solidFill>
                <a:srgbClr val="00B050"/>
              </a:solidFill>
            </a:endParaRP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xmlns="" id="{D6056BB0-9A3C-4DD1-9BAE-C7F27161A882}"/>
              </a:ext>
            </a:extLst>
          </p:cNvPr>
          <p:cNvGrpSpPr/>
          <p:nvPr userDrawn="1"/>
        </p:nvGrpSpPr>
        <p:grpSpPr>
          <a:xfrm>
            <a:off x="6096000" y="4318547"/>
            <a:ext cx="1289304" cy="1289304"/>
            <a:chOff x="6096000" y="4318547"/>
            <a:chExt cx="1289304" cy="1289304"/>
          </a:xfrm>
        </p:grpSpPr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xmlns="" id="{96FDE5DC-6184-4385-813D-B8E965370C55}"/>
                </a:ext>
              </a:extLst>
            </p:cNvPr>
            <p:cNvCxnSpPr/>
            <p:nvPr userDrawn="1"/>
          </p:nvCxnSpPr>
          <p:spPr>
            <a:xfrm rot="10800000">
              <a:off x="6096000" y="5581658"/>
              <a:ext cx="1289304" cy="0"/>
            </a:xfrm>
            <a:prstGeom prst="line">
              <a:avLst/>
            </a:prstGeom>
            <a:ln w="57150">
              <a:solidFill>
                <a:srgbClr val="FFC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xmlns="" id="{6B610643-B9D7-47CE-A7CB-B9CCD3CD8FA8}"/>
                </a:ext>
              </a:extLst>
            </p:cNvPr>
            <p:cNvCxnSpPr/>
            <p:nvPr userDrawn="1"/>
          </p:nvCxnSpPr>
          <p:spPr>
            <a:xfrm rot="10800000">
              <a:off x="6124574" y="4318547"/>
              <a:ext cx="0" cy="1289304"/>
            </a:xfrm>
            <a:prstGeom prst="line">
              <a:avLst/>
            </a:prstGeom>
            <a:ln w="57150">
              <a:solidFill>
                <a:srgbClr val="FFC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xmlns="" id="{79819D75-3C3B-47C6-AF1A-F45AC9C64A90}"/>
              </a:ext>
            </a:extLst>
          </p:cNvPr>
          <p:cNvCxnSpPr>
            <a:cxnSpLocks/>
          </p:cNvCxnSpPr>
          <p:nvPr userDrawn="1"/>
        </p:nvCxnSpPr>
        <p:spPr>
          <a:xfrm>
            <a:off x="9897448" y="1588050"/>
            <a:ext cx="0" cy="1289304"/>
          </a:xfrm>
          <a:prstGeom prst="line">
            <a:avLst/>
          </a:prstGeom>
          <a:ln w="5715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 Placeholder 4">
            <a:extLst>
              <a:ext uri="{FF2B5EF4-FFF2-40B4-BE49-F238E27FC236}">
                <a16:creationId xmlns:a16="http://schemas.microsoft.com/office/drawing/2014/main" xmlns="" id="{412EA0C0-1545-44A5-BA07-302622F2047F}"/>
              </a:ext>
            </a:extLst>
          </p:cNvPr>
          <p:cNvSpPr>
            <a:spLocks noGrp="1"/>
          </p:cNvSpPr>
          <p:nvPr userDrawn="1">
            <p:ph type="body" sz="quarter" idx="10" hasCustomPrompt="1"/>
          </p:nvPr>
        </p:nvSpPr>
        <p:spPr>
          <a:xfrm>
            <a:off x="359121" y="2353632"/>
            <a:ext cx="5400675" cy="250190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Wingdings" panose="05000000000000000000" pitchFamily="2" charset="2"/>
              <a:buNone/>
              <a:defRPr lang="en-US" sz="1800" kern="1200" dirty="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1pPr>
          </a:lstStyle>
          <a:p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endParaRPr lang="en-US" dirty="0"/>
          </a:p>
          <a:p>
            <a:r>
              <a:rPr lang="en-US" dirty="0"/>
              <a:t>Lorem ipsum</a:t>
            </a:r>
          </a:p>
          <a:p>
            <a:r>
              <a:rPr lang="en-US" dirty="0"/>
              <a:t>Lorem ipsum</a:t>
            </a:r>
          </a:p>
          <a:p>
            <a:r>
              <a:rPr lang="en-US" dirty="0"/>
              <a:t>Lorem ipsum</a:t>
            </a:r>
          </a:p>
          <a:p>
            <a:endParaRPr lang="en-US" dirty="0"/>
          </a:p>
        </p:txBody>
      </p:sp>
      <p:sp>
        <p:nvSpPr>
          <p:cNvPr id="26" name="Picture Placeholder 22">
            <a:extLst>
              <a:ext uri="{FF2B5EF4-FFF2-40B4-BE49-F238E27FC236}">
                <a16:creationId xmlns:a16="http://schemas.microsoft.com/office/drawing/2014/main" xmlns="" id="{389934E0-CD8C-4C82-BB51-48A9619AC138}"/>
              </a:ext>
            </a:extLst>
          </p:cNvPr>
          <p:cNvSpPr>
            <a:spLocks noGrp="1"/>
          </p:cNvSpPr>
          <p:nvPr userDrawn="1">
            <p:ph type="pic" sz="quarter" idx="11" hasCustomPrompt="1"/>
          </p:nvPr>
        </p:nvSpPr>
        <p:spPr>
          <a:xfrm>
            <a:off x="10185400" y="4768850"/>
            <a:ext cx="1770063" cy="1222375"/>
          </a:xfrm>
          <a:prstGeom prst="rect">
            <a:avLst/>
          </a:prstGeom>
        </p:spPr>
        <p:txBody>
          <a:bodyPr/>
          <a:lstStyle>
            <a:lvl1pPr>
              <a:defRPr sz="2000"/>
            </a:lvl1pPr>
          </a:lstStyle>
          <a:p>
            <a:r>
              <a:rPr lang="en-US" dirty="0"/>
              <a:t>Area Reserved for inset video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xmlns="" val="64753742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Paragraph with V-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xmlns="" id="{AE22F721-DD17-46CD-B07A-480AE5C6FBF5}"/>
              </a:ext>
            </a:extLst>
          </p:cNvPr>
          <p:cNvCxnSpPr/>
          <p:nvPr userDrawn="1"/>
        </p:nvCxnSpPr>
        <p:spPr>
          <a:xfrm>
            <a:off x="8636718" y="1614243"/>
            <a:ext cx="1289304" cy="0"/>
          </a:xfrm>
          <a:prstGeom prst="line">
            <a:avLst/>
          </a:prstGeom>
          <a:ln w="5715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xmlns="" id="{A79CA459-DE5F-4F1A-AAFC-B0824B0DB5E3}"/>
              </a:ext>
            </a:extLst>
          </p:cNvPr>
          <p:cNvSpPr>
            <a:spLocks noGrp="1"/>
          </p:cNvSpPr>
          <p:nvPr userDrawn="1">
            <p:ph type="pic" sz="quarter" idx="12" hasCustomPrompt="1"/>
          </p:nvPr>
        </p:nvSpPr>
        <p:spPr>
          <a:xfrm>
            <a:off x="6153147" y="1640436"/>
            <a:ext cx="3715711" cy="3915021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Click on icon to add pictures</a:t>
            </a:r>
            <a:endParaRPr lang="en-IN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xmlns="" id="{7812EC6F-E89D-0AC7-A761-B1023C3E87A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59121" y="453875"/>
            <a:ext cx="9137098" cy="587507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IN" sz="3600" b="1" kern="1200" dirty="0">
                <a:solidFill>
                  <a:srgbClr val="00B050"/>
                </a:solidFill>
                <a:latin typeface="Roboto" panose="02000000000000000000" pitchFamily="2" charset="0"/>
                <a:ea typeface="Roboto" panose="02000000000000000000" pitchFamily="2" charset="0"/>
                <a:cs typeface="+mj-cs"/>
              </a:defRPr>
            </a:lvl1pPr>
          </a:lstStyle>
          <a:p>
            <a:r>
              <a:rPr lang="en-US" dirty="0"/>
              <a:t>Header</a:t>
            </a:r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BBB91498-2249-4872-68A4-05066A2D0C15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31850" y="5991166"/>
            <a:ext cx="10515600" cy="676762"/>
          </a:xfrm>
          <a:prstGeom prst="rect">
            <a:avLst/>
          </a:prstGeom>
        </p:spPr>
        <p:txBody>
          <a:bodyPr/>
          <a:lstStyle>
            <a:lvl1pPr marL="0" marR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Do not type anything in this area, as it is reserved for the caption.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xmlns="" id="{94D008F4-334F-453F-AFA1-C8D15F2524EA}"/>
              </a:ext>
            </a:extLst>
          </p:cNvPr>
          <p:cNvSpPr/>
          <p:nvPr userDrawn="1"/>
        </p:nvSpPr>
        <p:spPr>
          <a:xfrm>
            <a:off x="0" y="6667928"/>
            <a:ext cx="12192000" cy="190072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xmlns="" id="{D0FF8217-211C-4647-A5FC-232CD898B9F8}"/>
              </a:ext>
            </a:extLst>
          </p:cNvPr>
          <p:cNvCxnSpPr>
            <a:cxnSpLocks/>
          </p:cNvCxnSpPr>
          <p:nvPr userDrawn="1"/>
        </p:nvCxnSpPr>
        <p:spPr>
          <a:xfrm>
            <a:off x="0" y="1284270"/>
            <a:ext cx="9842643" cy="0"/>
          </a:xfrm>
          <a:prstGeom prst="line">
            <a:avLst/>
          </a:prstGeom>
          <a:ln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itle 1">
            <a:extLst>
              <a:ext uri="{FF2B5EF4-FFF2-40B4-BE49-F238E27FC236}">
                <a16:creationId xmlns:a16="http://schemas.microsoft.com/office/drawing/2014/main" xmlns="" id="{60EFD52D-71BD-4D6E-8493-A06A442AF56E}"/>
              </a:ext>
            </a:extLst>
          </p:cNvPr>
          <p:cNvSpPr txBox="1">
            <a:spLocks/>
          </p:cNvSpPr>
          <p:nvPr userDrawn="1"/>
        </p:nvSpPr>
        <p:spPr>
          <a:xfrm>
            <a:off x="0" y="-7314"/>
            <a:ext cx="121920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358775"/>
            <a:endParaRPr lang="en-IN" b="1" dirty="0">
              <a:solidFill>
                <a:srgbClr val="00B050"/>
              </a:solidFill>
            </a:endParaRP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xmlns="" id="{D6056BB0-9A3C-4DD1-9BAE-C7F27161A882}"/>
              </a:ext>
            </a:extLst>
          </p:cNvPr>
          <p:cNvGrpSpPr/>
          <p:nvPr userDrawn="1"/>
        </p:nvGrpSpPr>
        <p:grpSpPr>
          <a:xfrm>
            <a:off x="6096000" y="4318547"/>
            <a:ext cx="1289304" cy="1289304"/>
            <a:chOff x="6096000" y="4318547"/>
            <a:chExt cx="1289304" cy="1289304"/>
          </a:xfrm>
        </p:grpSpPr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xmlns="" id="{96FDE5DC-6184-4385-813D-B8E965370C55}"/>
                </a:ext>
              </a:extLst>
            </p:cNvPr>
            <p:cNvCxnSpPr/>
            <p:nvPr userDrawn="1"/>
          </p:nvCxnSpPr>
          <p:spPr>
            <a:xfrm rot="10800000">
              <a:off x="6096000" y="5581658"/>
              <a:ext cx="1289304" cy="0"/>
            </a:xfrm>
            <a:prstGeom prst="line">
              <a:avLst/>
            </a:prstGeom>
            <a:ln w="57150">
              <a:solidFill>
                <a:srgbClr val="FFC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xmlns="" id="{6B610643-B9D7-47CE-A7CB-B9CCD3CD8FA8}"/>
                </a:ext>
              </a:extLst>
            </p:cNvPr>
            <p:cNvCxnSpPr/>
            <p:nvPr userDrawn="1"/>
          </p:nvCxnSpPr>
          <p:spPr>
            <a:xfrm rot="10800000">
              <a:off x="6124574" y="4318547"/>
              <a:ext cx="0" cy="1289304"/>
            </a:xfrm>
            <a:prstGeom prst="line">
              <a:avLst/>
            </a:prstGeom>
            <a:ln w="57150">
              <a:solidFill>
                <a:srgbClr val="FFC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xmlns="" id="{79819D75-3C3B-47C6-AF1A-F45AC9C64A90}"/>
              </a:ext>
            </a:extLst>
          </p:cNvPr>
          <p:cNvCxnSpPr>
            <a:cxnSpLocks/>
          </p:cNvCxnSpPr>
          <p:nvPr userDrawn="1"/>
        </p:nvCxnSpPr>
        <p:spPr>
          <a:xfrm>
            <a:off x="9897448" y="1588050"/>
            <a:ext cx="0" cy="1289304"/>
          </a:xfrm>
          <a:prstGeom prst="line">
            <a:avLst/>
          </a:prstGeom>
          <a:ln w="5715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 Placeholder 4">
            <a:extLst>
              <a:ext uri="{FF2B5EF4-FFF2-40B4-BE49-F238E27FC236}">
                <a16:creationId xmlns:a16="http://schemas.microsoft.com/office/drawing/2014/main" xmlns="" id="{412EA0C0-1545-44A5-BA07-302622F2047F}"/>
              </a:ext>
            </a:extLst>
          </p:cNvPr>
          <p:cNvSpPr>
            <a:spLocks noGrp="1"/>
          </p:cNvSpPr>
          <p:nvPr userDrawn="1">
            <p:ph type="body" sz="quarter" idx="10" hasCustomPrompt="1"/>
          </p:nvPr>
        </p:nvSpPr>
        <p:spPr>
          <a:xfrm>
            <a:off x="359121" y="2353632"/>
            <a:ext cx="5400675" cy="389568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Wingdings" panose="05000000000000000000" pitchFamily="2" charset="2"/>
              <a:buNone/>
              <a:defRPr lang="en-US" sz="2000" b="1" kern="1200" dirty="0">
                <a:solidFill>
                  <a:srgbClr val="00B050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1pPr>
          </a:lstStyle>
          <a:p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endParaRPr lang="en-US" dirty="0"/>
          </a:p>
        </p:txBody>
      </p:sp>
      <p:sp>
        <p:nvSpPr>
          <p:cNvPr id="26" name="Picture Placeholder 22">
            <a:extLst>
              <a:ext uri="{FF2B5EF4-FFF2-40B4-BE49-F238E27FC236}">
                <a16:creationId xmlns:a16="http://schemas.microsoft.com/office/drawing/2014/main" xmlns="" id="{389934E0-CD8C-4C82-BB51-48A9619AC138}"/>
              </a:ext>
            </a:extLst>
          </p:cNvPr>
          <p:cNvSpPr>
            <a:spLocks noGrp="1"/>
          </p:cNvSpPr>
          <p:nvPr userDrawn="1">
            <p:ph type="pic" sz="quarter" idx="11" hasCustomPrompt="1"/>
          </p:nvPr>
        </p:nvSpPr>
        <p:spPr>
          <a:xfrm>
            <a:off x="10185400" y="4768850"/>
            <a:ext cx="1770063" cy="1222375"/>
          </a:xfrm>
          <a:prstGeom prst="rect">
            <a:avLst/>
          </a:prstGeom>
        </p:spPr>
        <p:txBody>
          <a:bodyPr/>
          <a:lstStyle>
            <a:lvl1pPr>
              <a:defRPr sz="2000"/>
            </a:lvl1pPr>
          </a:lstStyle>
          <a:p>
            <a:r>
              <a:rPr lang="en-US" dirty="0"/>
              <a:t>Area Reserved for inset video</a:t>
            </a:r>
            <a:endParaRPr lang="en-IN" dirty="0"/>
          </a:p>
        </p:txBody>
      </p:sp>
      <p:sp>
        <p:nvSpPr>
          <p:cNvPr id="15" name="Text Placeholder 4">
            <a:extLst>
              <a:ext uri="{FF2B5EF4-FFF2-40B4-BE49-F238E27FC236}">
                <a16:creationId xmlns:a16="http://schemas.microsoft.com/office/drawing/2014/main" xmlns="" id="{13B55745-1481-41BE-9233-B21F4F00BA5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59121" y="2743200"/>
            <a:ext cx="5400675" cy="389568"/>
          </a:xfrm>
          <a:prstGeom prst="rect">
            <a:avLst/>
          </a:prstGeom>
        </p:spPr>
        <p:txBody>
          <a:bodyPr>
            <a:normAutofit/>
          </a:bodyPr>
          <a:lstStyle>
            <a:lvl1pPr marL="285750" indent="-28575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rgbClr val="00B050"/>
              </a:buClr>
              <a:buFont typeface="Wingdings" panose="05000000000000000000" pitchFamily="2" charset="2"/>
              <a:buChar char="§"/>
              <a:defRPr lang="en-US" sz="1800" b="0" kern="1200" dirty="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1pPr>
          </a:lstStyle>
          <a:p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17308202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ullets with V-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>
            <a:extLst>
              <a:ext uri="{FF2B5EF4-FFF2-40B4-BE49-F238E27FC236}">
                <a16:creationId xmlns:a16="http://schemas.microsoft.com/office/drawing/2014/main" xmlns="" id="{A79CA459-DE5F-4F1A-AAFC-B0824B0DB5E3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6153147" y="1640436"/>
            <a:ext cx="3713165" cy="3915021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Click on icon to add pictures</a:t>
            </a:r>
            <a:endParaRPr lang="en-IN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xmlns="" id="{7812EC6F-E89D-0AC7-A761-B1023C3E87A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59121" y="453875"/>
            <a:ext cx="9137098" cy="587507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IN" sz="3600" b="1" kern="1200" dirty="0">
                <a:solidFill>
                  <a:srgbClr val="00B050"/>
                </a:solidFill>
                <a:latin typeface="Roboto" panose="02000000000000000000" pitchFamily="2" charset="0"/>
                <a:ea typeface="Roboto" panose="02000000000000000000" pitchFamily="2" charset="0"/>
                <a:cs typeface="+mj-cs"/>
              </a:defRPr>
            </a:lvl1pPr>
          </a:lstStyle>
          <a:p>
            <a:r>
              <a:rPr lang="en-US" dirty="0"/>
              <a:t>Header</a:t>
            </a:r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BBB91498-2249-4872-68A4-05066A2D0C15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31850" y="5991166"/>
            <a:ext cx="10515600" cy="676762"/>
          </a:xfrm>
          <a:prstGeom prst="rect">
            <a:avLst/>
          </a:prstGeom>
        </p:spPr>
        <p:txBody>
          <a:bodyPr/>
          <a:lstStyle>
            <a:lvl1pPr marL="0" marR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Do not type anything in this area, as it is reserved for the caption.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xmlns="" id="{94D008F4-334F-453F-AFA1-C8D15F2524EA}"/>
              </a:ext>
            </a:extLst>
          </p:cNvPr>
          <p:cNvSpPr/>
          <p:nvPr userDrawn="1"/>
        </p:nvSpPr>
        <p:spPr>
          <a:xfrm>
            <a:off x="0" y="6667928"/>
            <a:ext cx="12192000" cy="190072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xmlns="" id="{D0FF8217-211C-4647-A5FC-232CD898B9F8}"/>
              </a:ext>
            </a:extLst>
          </p:cNvPr>
          <p:cNvCxnSpPr>
            <a:cxnSpLocks/>
          </p:cNvCxnSpPr>
          <p:nvPr userDrawn="1"/>
        </p:nvCxnSpPr>
        <p:spPr>
          <a:xfrm>
            <a:off x="0" y="1284270"/>
            <a:ext cx="9842643" cy="0"/>
          </a:xfrm>
          <a:prstGeom prst="line">
            <a:avLst/>
          </a:prstGeom>
          <a:ln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itle 1">
            <a:extLst>
              <a:ext uri="{FF2B5EF4-FFF2-40B4-BE49-F238E27FC236}">
                <a16:creationId xmlns:a16="http://schemas.microsoft.com/office/drawing/2014/main" xmlns="" id="{60EFD52D-71BD-4D6E-8493-A06A442AF56E}"/>
              </a:ext>
            </a:extLst>
          </p:cNvPr>
          <p:cNvSpPr txBox="1">
            <a:spLocks/>
          </p:cNvSpPr>
          <p:nvPr userDrawn="1"/>
        </p:nvSpPr>
        <p:spPr>
          <a:xfrm>
            <a:off x="0" y="32442"/>
            <a:ext cx="121920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358775"/>
            <a:endParaRPr lang="en-IN" b="1" dirty="0">
              <a:solidFill>
                <a:srgbClr val="00B050"/>
              </a:solidFill>
            </a:endParaRP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xmlns="" id="{2DD83F17-A635-4F57-9358-97F743C3216F}"/>
              </a:ext>
            </a:extLst>
          </p:cNvPr>
          <p:cNvGrpSpPr/>
          <p:nvPr userDrawn="1"/>
        </p:nvGrpSpPr>
        <p:grpSpPr>
          <a:xfrm rot="10800000">
            <a:off x="6096000" y="4318547"/>
            <a:ext cx="1289304" cy="1289304"/>
            <a:chOff x="9611350" y="1273785"/>
            <a:chExt cx="1289304" cy="1289304"/>
          </a:xfrm>
        </p:grpSpPr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xmlns="" id="{96FDE5DC-6184-4385-813D-B8E965370C55}"/>
                </a:ext>
              </a:extLst>
            </p:cNvPr>
            <p:cNvCxnSpPr/>
            <p:nvPr userDrawn="1"/>
          </p:nvCxnSpPr>
          <p:spPr>
            <a:xfrm>
              <a:off x="9611350" y="1299978"/>
              <a:ext cx="1289304" cy="0"/>
            </a:xfrm>
            <a:prstGeom prst="line">
              <a:avLst/>
            </a:prstGeom>
            <a:ln w="57150">
              <a:solidFill>
                <a:srgbClr val="FFC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xmlns="" id="{6B610643-B9D7-47CE-A7CB-B9CCD3CD8FA8}"/>
                </a:ext>
              </a:extLst>
            </p:cNvPr>
            <p:cNvCxnSpPr/>
            <p:nvPr userDrawn="1"/>
          </p:nvCxnSpPr>
          <p:spPr>
            <a:xfrm>
              <a:off x="10872080" y="1273785"/>
              <a:ext cx="0" cy="1289304"/>
            </a:xfrm>
            <a:prstGeom prst="line">
              <a:avLst/>
            </a:prstGeom>
            <a:ln w="57150">
              <a:solidFill>
                <a:srgbClr val="FFC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xmlns="" id="{E4E50DDF-0C10-4989-911A-32DB07DC9F52}"/>
              </a:ext>
            </a:extLst>
          </p:cNvPr>
          <p:cNvGrpSpPr/>
          <p:nvPr userDrawn="1"/>
        </p:nvGrpSpPr>
        <p:grpSpPr>
          <a:xfrm>
            <a:off x="8636718" y="1588050"/>
            <a:ext cx="1289304" cy="1289304"/>
            <a:chOff x="9611350" y="1273785"/>
            <a:chExt cx="1289304" cy="1289304"/>
          </a:xfrm>
        </p:grpSpPr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xmlns="" id="{AE22F721-DD17-46CD-B07A-480AE5C6FBF5}"/>
                </a:ext>
              </a:extLst>
            </p:cNvPr>
            <p:cNvCxnSpPr/>
            <p:nvPr userDrawn="1"/>
          </p:nvCxnSpPr>
          <p:spPr>
            <a:xfrm>
              <a:off x="9611350" y="1299978"/>
              <a:ext cx="1289304" cy="0"/>
            </a:xfrm>
            <a:prstGeom prst="line">
              <a:avLst/>
            </a:prstGeom>
            <a:ln w="57150">
              <a:solidFill>
                <a:srgbClr val="FFC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xmlns="" id="{79819D75-3C3B-47C6-AF1A-F45AC9C64A90}"/>
                </a:ext>
              </a:extLst>
            </p:cNvPr>
            <p:cNvCxnSpPr/>
            <p:nvPr userDrawn="1"/>
          </p:nvCxnSpPr>
          <p:spPr>
            <a:xfrm>
              <a:off x="10872080" y="1273785"/>
              <a:ext cx="0" cy="1289304"/>
            </a:xfrm>
            <a:prstGeom prst="line">
              <a:avLst/>
            </a:prstGeom>
            <a:ln w="57150">
              <a:solidFill>
                <a:srgbClr val="FFC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" name="Text Placeholder 4">
            <a:extLst>
              <a:ext uri="{FF2B5EF4-FFF2-40B4-BE49-F238E27FC236}">
                <a16:creationId xmlns:a16="http://schemas.microsoft.com/office/drawing/2014/main" xmlns="" id="{412EA0C0-1545-44A5-BA07-302622F2047F}"/>
              </a:ext>
            </a:extLst>
          </p:cNvPr>
          <p:cNvSpPr>
            <a:spLocks noGrp="1"/>
          </p:cNvSpPr>
          <p:nvPr userDrawn="1">
            <p:ph type="body" sz="quarter" idx="10" hasCustomPrompt="1"/>
          </p:nvPr>
        </p:nvSpPr>
        <p:spPr>
          <a:xfrm>
            <a:off x="359121" y="2353632"/>
            <a:ext cx="5400675" cy="2501900"/>
          </a:xfrm>
          <a:prstGeom prst="rect">
            <a:avLst/>
          </a:prstGeom>
        </p:spPr>
        <p:txBody>
          <a:bodyPr>
            <a:normAutofit/>
          </a:bodyPr>
          <a:lstStyle>
            <a:lvl1pPr marL="285750" indent="-2857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B050"/>
              </a:buClr>
              <a:buFont typeface="Wingdings" panose="05000000000000000000" pitchFamily="2" charset="2"/>
              <a:buChar char="Ø"/>
              <a:defRPr lang="en-US" sz="1800" kern="1200" dirty="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1pPr>
          </a:lstStyle>
          <a:p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</a:p>
          <a:p>
            <a:r>
              <a:rPr lang="en-US" dirty="0"/>
              <a:t>Lorem ipsum</a:t>
            </a:r>
          </a:p>
          <a:p>
            <a:r>
              <a:rPr lang="en-US" dirty="0"/>
              <a:t>Lorem ipsum</a:t>
            </a:r>
          </a:p>
          <a:p>
            <a:r>
              <a:rPr lang="en-US" dirty="0"/>
              <a:t>Lorem ipsum</a:t>
            </a:r>
          </a:p>
          <a:p>
            <a:r>
              <a:rPr lang="en-US" dirty="0"/>
              <a:t>Lorem ipsum</a:t>
            </a:r>
          </a:p>
        </p:txBody>
      </p:sp>
      <p:sp>
        <p:nvSpPr>
          <p:cNvPr id="26" name="Picture Placeholder 22">
            <a:extLst>
              <a:ext uri="{FF2B5EF4-FFF2-40B4-BE49-F238E27FC236}">
                <a16:creationId xmlns:a16="http://schemas.microsoft.com/office/drawing/2014/main" xmlns="" id="{389934E0-CD8C-4C82-BB51-48A9619AC138}"/>
              </a:ext>
            </a:extLst>
          </p:cNvPr>
          <p:cNvSpPr>
            <a:spLocks noGrp="1"/>
          </p:cNvSpPr>
          <p:nvPr userDrawn="1">
            <p:ph type="pic" sz="quarter" idx="11" hasCustomPrompt="1"/>
          </p:nvPr>
        </p:nvSpPr>
        <p:spPr>
          <a:xfrm>
            <a:off x="10185400" y="4768850"/>
            <a:ext cx="1770063" cy="1222375"/>
          </a:xfrm>
          <a:prstGeom prst="rect">
            <a:avLst/>
          </a:prstGeom>
        </p:spPr>
        <p:txBody>
          <a:bodyPr/>
          <a:lstStyle>
            <a:lvl1pPr>
              <a:defRPr sz="2000"/>
            </a:lvl1pPr>
          </a:lstStyle>
          <a:p>
            <a:r>
              <a:rPr lang="en-US" dirty="0"/>
              <a:t>Area Reserved for inset video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xmlns="" val="19494352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aragraph with H-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>
            <a:extLst>
              <a:ext uri="{FF2B5EF4-FFF2-40B4-BE49-F238E27FC236}">
                <a16:creationId xmlns:a16="http://schemas.microsoft.com/office/drawing/2014/main" xmlns="" id="{A79CA459-DE5F-4F1A-AAFC-B0824B0DB5E3}"/>
              </a:ext>
            </a:extLst>
          </p:cNvPr>
          <p:cNvSpPr>
            <a:spLocks noGrp="1"/>
          </p:cNvSpPr>
          <p:nvPr userDrawn="1">
            <p:ph type="pic" sz="quarter" idx="12" hasCustomPrompt="1"/>
          </p:nvPr>
        </p:nvSpPr>
        <p:spPr>
          <a:xfrm>
            <a:off x="6153148" y="1883836"/>
            <a:ext cx="4322692" cy="2805915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Click on icon to add pictures</a:t>
            </a:r>
            <a:endParaRPr lang="en-IN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xmlns="" id="{7812EC6F-E89D-0AC7-A761-B1023C3E87A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59121" y="453875"/>
            <a:ext cx="9137098" cy="587507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IN" sz="3600" b="1" kern="1200" dirty="0">
                <a:solidFill>
                  <a:srgbClr val="00B050"/>
                </a:solidFill>
                <a:latin typeface="Roboto" panose="02000000000000000000" pitchFamily="2" charset="0"/>
                <a:ea typeface="Roboto" panose="02000000000000000000" pitchFamily="2" charset="0"/>
                <a:cs typeface="+mj-cs"/>
              </a:defRPr>
            </a:lvl1pPr>
          </a:lstStyle>
          <a:p>
            <a:r>
              <a:rPr lang="en-US" dirty="0"/>
              <a:t>Header</a:t>
            </a:r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BBB91498-2249-4872-68A4-05066A2D0C15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31850" y="5991166"/>
            <a:ext cx="10515600" cy="676762"/>
          </a:xfrm>
          <a:prstGeom prst="rect">
            <a:avLst/>
          </a:prstGeom>
        </p:spPr>
        <p:txBody>
          <a:bodyPr/>
          <a:lstStyle>
            <a:lvl1pPr marL="0" marR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Do not type anything in this area, as it is reserved for the caption.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xmlns="" id="{94D008F4-334F-453F-AFA1-C8D15F2524EA}"/>
              </a:ext>
            </a:extLst>
          </p:cNvPr>
          <p:cNvSpPr/>
          <p:nvPr userDrawn="1"/>
        </p:nvSpPr>
        <p:spPr>
          <a:xfrm>
            <a:off x="0" y="6667928"/>
            <a:ext cx="12192000" cy="190072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xmlns="" id="{D0FF8217-211C-4647-A5FC-232CD898B9F8}"/>
              </a:ext>
            </a:extLst>
          </p:cNvPr>
          <p:cNvCxnSpPr>
            <a:cxnSpLocks/>
          </p:cNvCxnSpPr>
          <p:nvPr userDrawn="1"/>
        </p:nvCxnSpPr>
        <p:spPr>
          <a:xfrm>
            <a:off x="0" y="1284270"/>
            <a:ext cx="9842643" cy="0"/>
          </a:xfrm>
          <a:prstGeom prst="line">
            <a:avLst/>
          </a:prstGeom>
          <a:ln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itle 1">
            <a:extLst>
              <a:ext uri="{FF2B5EF4-FFF2-40B4-BE49-F238E27FC236}">
                <a16:creationId xmlns:a16="http://schemas.microsoft.com/office/drawing/2014/main" xmlns="" id="{60EFD52D-71BD-4D6E-8493-A06A442AF56E}"/>
              </a:ext>
            </a:extLst>
          </p:cNvPr>
          <p:cNvSpPr txBox="1">
            <a:spLocks/>
          </p:cNvSpPr>
          <p:nvPr userDrawn="1"/>
        </p:nvSpPr>
        <p:spPr>
          <a:xfrm>
            <a:off x="0" y="-7314"/>
            <a:ext cx="121920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358775"/>
            <a:endParaRPr lang="en-IN" b="1" dirty="0">
              <a:solidFill>
                <a:srgbClr val="00B050"/>
              </a:solidFill>
            </a:endParaRP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xmlns="" id="{D6056BB0-9A3C-4DD1-9BAE-C7F27161A882}"/>
              </a:ext>
            </a:extLst>
          </p:cNvPr>
          <p:cNvGrpSpPr/>
          <p:nvPr userDrawn="1"/>
        </p:nvGrpSpPr>
        <p:grpSpPr>
          <a:xfrm>
            <a:off x="6096000" y="3461297"/>
            <a:ext cx="1289304" cy="1289304"/>
            <a:chOff x="6096000" y="4318547"/>
            <a:chExt cx="1289304" cy="1289304"/>
          </a:xfrm>
        </p:grpSpPr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xmlns="" id="{96FDE5DC-6184-4385-813D-B8E965370C55}"/>
                </a:ext>
              </a:extLst>
            </p:cNvPr>
            <p:cNvCxnSpPr/>
            <p:nvPr userDrawn="1"/>
          </p:nvCxnSpPr>
          <p:spPr>
            <a:xfrm rot="10800000">
              <a:off x="6096000" y="5581658"/>
              <a:ext cx="1289304" cy="0"/>
            </a:xfrm>
            <a:prstGeom prst="line">
              <a:avLst/>
            </a:prstGeom>
            <a:ln w="57150">
              <a:solidFill>
                <a:srgbClr val="FFC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xmlns="" id="{6B610643-B9D7-47CE-A7CB-B9CCD3CD8FA8}"/>
                </a:ext>
              </a:extLst>
            </p:cNvPr>
            <p:cNvCxnSpPr/>
            <p:nvPr userDrawn="1"/>
          </p:nvCxnSpPr>
          <p:spPr>
            <a:xfrm rot="10800000">
              <a:off x="6124574" y="4318547"/>
              <a:ext cx="0" cy="1289304"/>
            </a:xfrm>
            <a:prstGeom prst="line">
              <a:avLst/>
            </a:prstGeom>
            <a:ln w="57150">
              <a:solidFill>
                <a:srgbClr val="FFC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" name="Group 3">
            <a:extLst>
              <a:ext uri="{FF2B5EF4-FFF2-40B4-BE49-F238E27FC236}">
                <a16:creationId xmlns:a16="http://schemas.microsoft.com/office/drawing/2014/main" xmlns="" id="{FD5A3C11-7D7D-4F56-AD42-B05E22605450}"/>
              </a:ext>
            </a:extLst>
          </p:cNvPr>
          <p:cNvGrpSpPr/>
          <p:nvPr userDrawn="1"/>
        </p:nvGrpSpPr>
        <p:grpSpPr>
          <a:xfrm>
            <a:off x="9186536" y="1826589"/>
            <a:ext cx="1317195" cy="1289304"/>
            <a:chOff x="9186536" y="1826589"/>
            <a:chExt cx="1317195" cy="1289304"/>
          </a:xfrm>
        </p:grpSpPr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xmlns="" id="{AE22F721-DD17-46CD-B07A-480AE5C6FBF5}"/>
                </a:ext>
              </a:extLst>
            </p:cNvPr>
            <p:cNvCxnSpPr/>
            <p:nvPr userDrawn="1"/>
          </p:nvCxnSpPr>
          <p:spPr>
            <a:xfrm>
              <a:off x="9186536" y="1852994"/>
              <a:ext cx="1289304" cy="0"/>
            </a:xfrm>
            <a:prstGeom prst="line">
              <a:avLst/>
            </a:prstGeom>
            <a:ln w="57150">
              <a:solidFill>
                <a:srgbClr val="FFC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xmlns="" id="{79819D75-3C3B-47C6-AF1A-F45AC9C64A90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0503731" y="1826589"/>
              <a:ext cx="0" cy="1289304"/>
            </a:xfrm>
            <a:prstGeom prst="line">
              <a:avLst/>
            </a:prstGeom>
            <a:ln w="57150">
              <a:solidFill>
                <a:srgbClr val="FFC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" name="Text Placeholder 4">
            <a:extLst>
              <a:ext uri="{FF2B5EF4-FFF2-40B4-BE49-F238E27FC236}">
                <a16:creationId xmlns:a16="http://schemas.microsoft.com/office/drawing/2014/main" xmlns="" id="{412EA0C0-1545-44A5-BA07-302622F2047F}"/>
              </a:ext>
            </a:extLst>
          </p:cNvPr>
          <p:cNvSpPr>
            <a:spLocks noGrp="1"/>
          </p:cNvSpPr>
          <p:nvPr userDrawn="1">
            <p:ph type="body" sz="quarter" idx="10" hasCustomPrompt="1"/>
          </p:nvPr>
        </p:nvSpPr>
        <p:spPr>
          <a:xfrm>
            <a:off x="359121" y="2035843"/>
            <a:ext cx="5400675" cy="250190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Wingdings" panose="05000000000000000000" pitchFamily="2" charset="2"/>
              <a:buNone/>
              <a:defRPr lang="en-US" sz="1800" kern="1200" dirty="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1pPr>
          </a:lstStyle>
          <a:p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endParaRPr lang="en-US" dirty="0"/>
          </a:p>
          <a:p>
            <a:r>
              <a:rPr lang="en-US" dirty="0"/>
              <a:t>Lorem ipsum</a:t>
            </a:r>
          </a:p>
          <a:p>
            <a:r>
              <a:rPr lang="en-US" dirty="0"/>
              <a:t>Lorem ipsum</a:t>
            </a:r>
          </a:p>
          <a:p>
            <a:r>
              <a:rPr lang="en-US" dirty="0"/>
              <a:t>Lorem ipsum</a:t>
            </a:r>
          </a:p>
          <a:p>
            <a:endParaRPr lang="en-US" dirty="0"/>
          </a:p>
        </p:txBody>
      </p:sp>
      <p:sp>
        <p:nvSpPr>
          <p:cNvPr id="26" name="Picture Placeholder 22">
            <a:extLst>
              <a:ext uri="{FF2B5EF4-FFF2-40B4-BE49-F238E27FC236}">
                <a16:creationId xmlns:a16="http://schemas.microsoft.com/office/drawing/2014/main" xmlns="" id="{389934E0-CD8C-4C82-BB51-48A9619AC138}"/>
              </a:ext>
            </a:extLst>
          </p:cNvPr>
          <p:cNvSpPr>
            <a:spLocks noGrp="1"/>
          </p:cNvSpPr>
          <p:nvPr userDrawn="1">
            <p:ph type="pic" sz="quarter" idx="11" hasCustomPrompt="1"/>
          </p:nvPr>
        </p:nvSpPr>
        <p:spPr>
          <a:xfrm>
            <a:off x="10185400" y="4768850"/>
            <a:ext cx="1770063" cy="1222375"/>
          </a:xfrm>
          <a:prstGeom prst="rect">
            <a:avLst/>
          </a:prstGeom>
        </p:spPr>
        <p:txBody>
          <a:bodyPr/>
          <a:lstStyle>
            <a:lvl1pPr>
              <a:defRPr sz="2000"/>
            </a:lvl1pPr>
          </a:lstStyle>
          <a:p>
            <a:r>
              <a:rPr lang="en-US" dirty="0"/>
              <a:t>Area Reserved for inset video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xmlns="" val="36496480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Paragraph with H-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>
            <a:extLst>
              <a:ext uri="{FF2B5EF4-FFF2-40B4-BE49-F238E27FC236}">
                <a16:creationId xmlns:a16="http://schemas.microsoft.com/office/drawing/2014/main" xmlns="" id="{A79CA459-DE5F-4F1A-AAFC-B0824B0DB5E3}"/>
              </a:ext>
            </a:extLst>
          </p:cNvPr>
          <p:cNvSpPr>
            <a:spLocks noGrp="1"/>
          </p:cNvSpPr>
          <p:nvPr userDrawn="1">
            <p:ph type="pic" sz="quarter" idx="12" hasCustomPrompt="1"/>
          </p:nvPr>
        </p:nvSpPr>
        <p:spPr>
          <a:xfrm>
            <a:off x="6153148" y="1883836"/>
            <a:ext cx="4322692" cy="2805915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Click on icon to add pictures</a:t>
            </a:r>
            <a:endParaRPr lang="en-IN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xmlns="" id="{7812EC6F-E89D-0AC7-A761-B1023C3E87A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59121" y="453875"/>
            <a:ext cx="9137098" cy="587507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IN" sz="3600" b="1" kern="1200" dirty="0">
                <a:solidFill>
                  <a:srgbClr val="00B050"/>
                </a:solidFill>
                <a:latin typeface="Roboto" panose="02000000000000000000" pitchFamily="2" charset="0"/>
                <a:ea typeface="Roboto" panose="02000000000000000000" pitchFamily="2" charset="0"/>
                <a:cs typeface="+mj-cs"/>
              </a:defRPr>
            </a:lvl1pPr>
          </a:lstStyle>
          <a:p>
            <a:r>
              <a:rPr lang="en-US" dirty="0"/>
              <a:t>Header</a:t>
            </a:r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BBB91498-2249-4872-68A4-05066A2D0C15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31850" y="5991166"/>
            <a:ext cx="10515600" cy="676762"/>
          </a:xfrm>
          <a:prstGeom prst="rect">
            <a:avLst/>
          </a:prstGeom>
        </p:spPr>
        <p:txBody>
          <a:bodyPr/>
          <a:lstStyle>
            <a:lvl1pPr marL="0" marR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Do not type anything in this area, as it is reserved for the caption.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xmlns="" id="{94D008F4-334F-453F-AFA1-C8D15F2524EA}"/>
              </a:ext>
            </a:extLst>
          </p:cNvPr>
          <p:cNvSpPr/>
          <p:nvPr userDrawn="1"/>
        </p:nvSpPr>
        <p:spPr>
          <a:xfrm>
            <a:off x="0" y="6667928"/>
            <a:ext cx="12192000" cy="190072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xmlns="" id="{D0FF8217-211C-4647-A5FC-232CD898B9F8}"/>
              </a:ext>
            </a:extLst>
          </p:cNvPr>
          <p:cNvCxnSpPr>
            <a:cxnSpLocks/>
          </p:cNvCxnSpPr>
          <p:nvPr userDrawn="1"/>
        </p:nvCxnSpPr>
        <p:spPr>
          <a:xfrm>
            <a:off x="0" y="1284270"/>
            <a:ext cx="9842643" cy="0"/>
          </a:xfrm>
          <a:prstGeom prst="line">
            <a:avLst/>
          </a:prstGeom>
          <a:ln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itle 1">
            <a:extLst>
              <a:ext uri="{FF2B5EF4-FFF2-40B4-BE49-F238E27FC236}">
                <a16:creationId xmlns:a16="http://schemas.microsoft.com/office/drawing/2014/main" xmlns="" id="{60EFD52D-71BD-4D6E-8493-A06A442AF56E}"/>
              </a:ext>
            </a:extLst>
          </p:cNvPr>
          <p:cNvSpPr txBox="1">
            <a:spLocks/>
          </p:cNvSpPr>
          <p:nvPr userDrawn="1"/>
        </p:nvSpPr>
        <p:spPr>
          <a:xfrm>
            <a:off x="0" y="-7314"/>
            <a:ext cx="121920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358775"/>
            <a:endParaRPr lang="en-IN" b="1" dirty="0">
              <a:solidFill>
                <a:srgbClr val="00B050"/>
              </a:solidFill>
            </a:endParaRP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xmlns="" id="{D6056BB0-9A3C-4DD1-9BAE-C7F27161A882}"/>
              </a:ext>
            </a:extLst>
          </p:cNvPr>
          <p:cNvGrpSpPr/>
          <p:nvPr userDrawn="1"/>
        </p:nvGrpSpPr>
        <p:grpSpPr>
          <a:xfrm>
            <a:off x="6096000" y="3461297"/>
            <a:ext cx="1289304" cy="1289304"/>
            <a:chOff x="6096000" y="4318547"/>
            <a:chExt cx="1289304" cy="1289304"/>
          </a:xfrm>
        </p:grpSpPr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xmlns="" id="{96FDE5DC-6184-4385-813D-B8E965370C55}"/>
                </a:ext>
              </a:extLst>
            </p:cNvPr>
            <p:cNvCxnSpPr/>
            <p:nvPr userDrawn="1"/>
          </p:nvCxnSpPr>
          <p:spPr>
            <a:xfrm rot="10800000">
              <a:off x="6096000" y="5581658"/>
              <a:ext cx="1289304" cy="0"/>
            </a:xfrm>
            <a:prstGeom prst="line">
              <a:avLst/>
            </a:prstGeom>
            <a:ln w="57150">
              <a:solidFill>
                <a:srgbClr val="FFC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xmlns="" id="{6B610643-B9D7-47CE-A7CB-B9CCD3CD8FA8}"/>
                </a:ext>
              </a:extLst>
            </p:cNvPr>
            <p:cNvCxnSpPr/>
            <p:nvPr userDrawn="1"/>
          </p:nvCxnSpPr>
          <p:spPr>
            <a:xfrm rot="10800000">
              <a:off x="6124574" y="4318547"/>
              <a:ext cx="0" cy="1289304"/>
            </a:xfrm>
            <a:prstGeom prst="line">
              <a:avLst/>
            </a:prstGeom>
            <a:ln w="57150">
              <a:solidFill>
                <a:srgbClr val="FFC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" name="Group 3">
            <a:extLst>
              <a:ext uri="{FF2B5EF4-FFF2-40B4-BE49-F238E27FC236}">
                <a16:creationId xmlns:a16="http://schemas.microsoft.com/office/drawing/2014/main" xmlns="" id="{FD5A3C11-7D7D-4F56-AD42-B05E22605450}"/>
              </a:ext>
            </a:extLst>
          </p:cNvPr>
          <p:cNvGrpSpPr/>
          <p:nvPr userDrawn="1"/>
        </p:nvGrpSpPr>
        <p:grpSpPr>
          <a:xfrm>
            <a:off x="9186536" y="1826589"/>
            <a:ext cx="1317195" cy="1289304"/>
            <a:chOff x="9186536" y="1826589"/>
            <a:chExt cx="1317195" cy="1289304"/>
          </a:xfrm>
        </p:grpSpPr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xmlns="" id="{AE22F721-DD17-46CD-B07A-480AE5C6FBF5}"/>
                </a:ext>
              </a:extLst>
            </p:cNvPr>
            <p:cNvCxnSpPr/>
            <p:nvPr userDrawn="1"/>
          </p:nvCxnSpPr>
          <p:spPr>
            <a:xfrm>
              <a:off x="9186536" y="1852994"/>
              <a:ext cx="1289304" cy="0"/>
            </a:xfrm>
            <a:prstGeom prst="line">
              <a:avLst/>
            </a:prstGeom>
            <a:ln w="57150">
              <a:solidFill>
                <a:srgbClr val="FFC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xmlns="" id="{79819D75-3C3B-47C6-AF1A-F45AC9C64A90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0503731" y="1826589"/>
              <a:ext cx="0" cy="1289304"/>
            </a:xfrm>
            <a:prstGeom prst="line">
              <a:avLst/>
            </a:prstGeom>
            <a:ln w="57150">
              <a:solidFill>
                <a:srgbClr val="FFC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6" name="Picture Placeholder 22">
            <a:extLst>
              <a:ext uri="{FF2B5EF4-FFF2-40B4-BE49-F238E27FC236}">
                <a16:creationId xmlns:a16="http://schemas.microsoft.com/office/drawing/2014/main" xmlns="" id="{389934E0-CD8C-4C82-BB51-48A9619AC138}"/>
              </a:ext>
            </a:extLst>
          </p:cNvPr>
          <p:cNvSpPr>
            <a:spLocks noGrp="1"/>
          </p:cNvSpPr>
          <p:nvPr userDrawn="1">
            <p:ph type="pic" sz="quarter" idx="11" hasCustomPrompt="1"/>
          </p:nvPr>
        </p:nvSpPr>
        <p:spPr>
          <a:xfrm>
            <a:off x="10185400" y="4768850"/>
            <a:ext cx="1770063" cy="1222375"/>
          </a:xfrm>
          <a:prstGeom prst="rect">
            <a:avLst/>
          </a:prstGeom>
        </p:spPr>
        <p:txBody>
          <a:bodyPr/>
          <a:lstStyle>
            <a:lvl1pPr>
              <a:defRPr sz="2000"/>
            </a:lvl1pPr>
          </a:lstStyle>
          <a:p>
            <a:r>
              <a:rPr lang="en-US" dirty="0"/>
              <a:t>Area Reserved for inset video</a:t>
            </a:r>
            <a:endParaRPr lang="en-IN" dirty="0"/>
          </a:p>
        </p:txBody>
      </p:sp>
      <p:sp>
        <p:nvSpPr>
          <p:cNvPr id="16" name="Text Placeholder 4">
            <a:extLst>
              <a:ext uri="{FF2B5EF4-FFF2-40B4-BE49-F238E27FC236}">
                <a16:creationId xmlns:a16="http://schemas.microsoft.com/office/drawing/2014/main" xmlns="" id="{6DCD2EC6-4AE2-4605-9670-EE79E1A4BD8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59121" y="2353632"/>
            <a:ext cx="5400675" cy="389568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Wingdings" panose="05000000000000000000" pitchFamily="2" charset="2"/>
              <a:buNone/>
              <a:defRPr lang="en-US" sz="2000" b="1" kern="1200" dirty="0">
                <a:solidFill>
                  <a:srgbClr val="00B050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1pPr>
          </a:lstStyle>
          <a:p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endParaRPr lang="en-US" dirty="0"/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xmlns="" id="{54CB8A54-9CBD-40B9-88A7-3B0B2FB6BA5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59121" y="2743200"/>
            <a:ext cx="5400675" cy="389568"/>
          </a:xfrm>
          <a:prstGeom prst="rect">
            <a:avLst/>
          </a:prstGeom>
        </p:spPr>
        <p:txBody>
          <a:bodyPr>
            <a:normAutofit/>
          </a:bodyPr>
          <a:lstStyle>
            <a:lvl1pPr marL="285750" indent="-28575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rgbClr val="00B050"/>
              </a:buClr>
              <a:buFont typeface="Wingdings" panose="05000000000000000000" pitchFamily="2" charset="2"/>
              <a:buChar char="§"/>
              <a:defRPr lang="en-US" sz="1800" b="0" kern="1200" dirty="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1pPr>
          </a:lstStyle>
          <a:p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118224248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ullets with H-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>
            <a:extLst>
              <a:ext uri="{FF2B5EF4-FFF2-40B4-BE49-F238E27FC236}">
                <a16:creationId xmlns:a16="http://schemas.microsoft.com/office/drawing/2014/main" xmlns="" id="{A79CA459-DE5F-4F1A-AAFC-B0824B0DB5E3}"/>
              </a:ext>
            </a:extLst>
          </p:cNvPr>
          <p:cNvSpPr>
            <a:spLocks noGrp="1"/>
          </p:cNvSpPr>
          <p:nvPr userDrawn="1">
            <p:ph type="pic" sz="quarter" idx="12" hasCustomPrompt="1"/>
          </p:nvPr>
        </p:nvSpPr>
        <p:spPr>
          <a:xfrm>
            <a:off x="6153148" y="1883836"/>
            <a:ext cx="4322692" cy="2805915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Click on icon to add pictures</a:t>
            </a:r>
            <a:endParaRPr lang="en-IN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xmlns="" id="{7812EC6F-E89D-0AC7-A761-B1023C3E87A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59121" y="453875"/>
            <a:ext cx="9137098" cy="587507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IN" sz="3600" b="1" kern="1200" dirty="0">
                <a:solidFill>
                  <a:srgbClr val="00B050"/>
                </a:solidFill>
                <a:latin typeface="Roboto" panose="02000000000000000000" pitchFamily="2" charset="0"/>
                <a:ea typeface="Roboto" panose="02000000000000000000" pitchFamily="2" charset="0"/>
                <a:cs typeface="+mj-cs"/>
              </a:defRPr>
            </a:lvl1pPr>
          </a:lstStyle>
          <a:p>
            <a:r>
              <a:rPr lang="en-US" dirty="0"/>
              <a:t>Header</a:t>
            </a:r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BBB91498-2249-4872-68A4-05066A2D0C15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31850" y="5991166"/>
            <a:ext cx="10515600" cy="676762"/>
          </a:xfrm>
          <a:prstGeom prst="rect">
            <a:avLst/>
          </a:prstGeom>
        </p:spPr>
        <p:txBody>
          <a:bodyPr/>
          <a:lstStyle>
            <a:lvl1pPr marL="0" marR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Do not type anything in this area, as it is reserved for the caption.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xmlns="" id="{94D008F4-334F-453F-AFA1-C8D15F2524EA}"/>
              </a:ext>
            </a:extLst>
          </p:cNvPr>
          <p:cNvSpPr/>
          <p:nvPr userDrawn="1"/>
        </p:nvSpPr>
        <p:spPr>
          <a:xfrm>
            <a:off x="0" y="6667928"/>
            <a:ext cx="12192000" cy="190072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xmlns="" id="{D0FF8217-211C-4647-A5FC-232CD898B9F8}"/>
              </a:ext>
            </a:extLst>
          </p:cNvPr>
          <p:cNvCxnSpPr>
            <a:cxnSpLocks/>
          </p:cNvCxnSpPr>
          <p:nvPr userDrawn="1"/>
        </p:nvCxnSpPr>
        <p:spPr>
          <a:xfrm>
            <a:off x="0" y="1284270"/>
            <a:ext cx="9842643" cy="0"/>
          </a:xfrm>
          <a:prstGeom prst="line">
            <a:avLst/>
          </a:prstGeom>
          <a:ln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itle 1">
            <a:extLst>
              <a:ext uri="{FF2B5EF4-FFF2-40B4-BE49-F238E27FC236}">
                <a16:creationId xmlns:a16="http://schemas.microsoft.com/office/drawing/2014/main" xmlns="" id="{60EFD52D-71BD-4D6E-8493-A06A442AF56E}"/>
              </a:ext>
            </a:extLst>
          </p:cNvPr>
          <p:cNvSpPr txBox="1">
            <a:spLocks/>
          </p:cNvSpPr>
          <p:nvPr userDrawn="1"/>
        </p:nvSpPr>
        <p:spPr>
          <a:xfrm>
            <a:off x="0" y="-7314"/>
            <a:ext cx="121920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358775"/>
            <a:endParaRPr lang="en-IN" b="1" dirty="0">
              <a:solidFill>
                <a:srgbClr val="00B050"/>
              </a:solidFill>
            </a:endParaRP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xmlns="" id="{D6056BB0-9A3C-4DD1-9BAE-C7F27161A882}"/>
              </a:ext>
            </a:extLst>
          </p:cNvPr>
          <p:cNvGrpSpPr/>
          <p:nvPr userDrawn="1"/>
        </p:nvGrpSpPr>
        <p:grpSpPr>
          <a:xfrm>
            <a:off x="6096000" y="3461297"/>
            <a:ext cx="1289304" cy="1289304"/>
            <a:chOff x="6096000" y="4318547"/>
            <a:chExt cx="1289304" cy="1289304"/>
          </a:xfrm>
        </p:grpSpPr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xmlns="" id="{96FDE5DC-6184-4385-813D-B8E965370C55}"/>
                </a:ext>
              </a:extLst>
            </p:cNvPr>
            <p:cNvCxnSpPr/>
            <p:nvPr userDrawn="1"/>
          </p:nvCxnSpPr>
          <p:spPr>
            <a:xfrm rot="10800000">
              <a:off x="6096000" y="5581658"/>
              <a:ext cx="1289304" cy="0"/>
            </a:xfrm>
            <a:prstGeom prst="line">
              <a:avLst/>
            </a:prstGeom>
            <a:ln w="57150">
              <a:solidFill>
                <a:srgbClr val="FFC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xmlns="" id="{6B610643-B9D7-47CE-A7CB-B9CCD3CD8FA8}"/>
                </a:ext>
              </a:extLst>
            </p:cNvPr>
            <p:cNvCxnSpPr/>
            <p:nvPr userDrawn="1"/>
          </p:nvCxnSpPr>
          <p:spPr>
            <a:xfrm rot="10800000">
              <a:off x="6124574" y="4318547"/>
              <a:ext cx="0" cy="1289304"/>
            </a:xfrm>
            <a:prstGeom prst="line">
              <a:avLst/>
            </a:prstGeom>
            <a:ln w="57150">
              <a:solidFill>
                <a:srgbClr val="FFC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" name="Group 3">
            <a:extLst>
              <a:ext uri="{FF2B5EF4-FFF2-40B4-BE49-F238E27FC236}">
                <a16:creationId xmlns:a16="http://schemas.microsoft.com/office/drawing/2014/main" xmlns="" id="{FD5A3C11-7D7D-4F56-AD42-B05E22605450}"/>
              </a:ext>
            </a:extLst>
          </p:cNvPr>
          <p:cNvGrpSpPr/>
          <p:nvPr userDrawn="1"/>
        </p:nvGrpSpPr>
        <p:grpSpPr>
          <a:xfrm>
            <a:off x="9186536" y="1826589"/>
            <a:ext cx="1317195" cy="1289304"/>
            <a:chOff x="9186536" y="1826589"/>
            <a:chExt cx="1317195" cy="1289304"/>
          </a:xfrm>
        </p:grpSpPr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xmlns="" id="{AE22F721-DD17-46CD-B07A-480AE5C6FBF5}"/>
                </a:ext>
              </a:extLst>
            </p:cNvPr>
            <p:cNvCxnSpPr/>
            <p:nvPr userDrawn="1"/>
          </p:nvCxnSpPr>
          <p:spPr>
            <a:xfrm>
              <a:off x="9186536" y="1852994"/>
              <a:ext cx="1289304" cy="0"/>
            </a:xfrm>
            <a:prstGeom prst="line">
              <a:avLst/>
            </a:prstGeom>
            <a:ln w="57150">
              <a:solidFill>
                <a:srgbClr val="FFC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xmlns="" id="{79819D75-3C3B-47C6-AF1A-F45AC9C64A90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0503731" y="1826589"/>
              <a:ext cx="0" cy="1289304"/>
            </a:xfrm>
            <a:prstGeom prst="line">
              <a:avLst/>
            </a:prstGeom>
            <a:ln w="57150">
              <a:solidFill>
                <a:srgbClr val="FFC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" name="Text Placeholder 4">
            <a:extLst>
              <a:ext uri="{FF2B5EF4-FFF2-40B4-BE49-F238E27FC236}">
                <a16:creationId xmlns:a16="http://schemas.microsoft.com/office/drawing/2014/main" xmlns="" id="{412EA0C0-1545-44A5-BA07-302622F2047F}"/>
              </a:ext>
            </a:extLst>
          </p:cNvPr>
          <p:cNvSpPr>
            <a:spLocks noGrp="1"/>
          </p:cNvSpPr>
          <p:nvPr userDrawn="1">
            <p:ph type="body" sz="quarter" idx="10" hasCustomPrompt="1"/>
          </p:nvPr>
        </p:nvSpPr>
        <p:spPr>
          <a:xfrm>
            <a:off x="359121" y="2035843"/>
            <a:ext cx="5400675" cy="2501900"/>
          </a:xfrm>
          <a:prstGeom prst="rect">
            <a:avLst/>
          </a:prstGeom>
        </p:spPr>
        <p:txBody>
          <a:bodyPr>
            <a:normAutofit/>
          </a:bodyPr>
          <a:lstStyle>
            <a:lvl1pPr marL="285750" indent="-2857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B050"/>
              </a:buClr>
              <a:buFont typeface="Wingdings" panose="05000000000000000000" pitchFamily="2" charset="2"/>
              <a:buChar char="Ø"/>
              <a:defRPr lang="en-US" sz="1800" kern="1200" dirty="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1pPr>
          </a:lstStyle>
          <a:p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endParaRPr lang="en-US" dirty="0"/>
          </a:p>
          <a:p>
            <a:r>
              <a:rPr lang="en-US" dirty="0"/>
              <a:t>Lorem ipsum</a:t>
            </a:r>
          </a:p>
          <a:p>
            <a:r>
              <a:rPr lang="en-US" dirty="0"/>
              <a:t>Lorem ipsum</a:t>
            </a:r>
          </a:p>
          <a:p>
            <a:r>
              <a:rPr lang="en-US" dirty="0"/>
              <a:t>Lorem ipsum</a:t>
            </a:r>
          </a:p>
          <a:p>
            <a:endParaRPr lang="en-US" dirty="0"/>
          </a:p>
        </p:txBody>
      </p:sp>
      <p:sp>
        <p:nvSpPr>
          <p:cNvPr id="26" name="Picture Placeholder 22">
            <a:extLst>
              <a:ext uri="{FF2B5EF4-FFF2-40B4-BE49-F238E27FC236}">
                <a16:creationId xmlns:a16="http://schemas.microsoft.com/office/drawing/2014/main" xmlns="" id="{389934E0-CD8C-4C82-BB51-48A9619AC138}"/>
              </a:ext>
            </a:extLst>
          </p:cNvPr>
          <p:cNvSpPr>
            <a:spLocks noGrp="1"/>
          </p:cNvSpPr>
          <p:nvPr userDrawn="1">
            <p:ph type="pic" sz="quarter" idx="11" hasCustomPrompt="1"/>
          </p:nvPr>
        </p:nvSpPr>
        <p:spPr>
          <a:xfrm>
            <a:off x="10185400" y="4768850"/>
            <a:ext cx="1770063" cy="1222375"/>
          </a:xfrm>
          <a:prstGeom prst="rect">
            <a:avLst/>
          </a:prstGeom>
        </p:spPr>
        <p:txBody>
          <a:bodyPr/>
          <a:lstStyle>
            <a:lvl1pPr>
              <a:defRPr sz="2000"/>
            </a:lvl1pPr>
          </a:lstStyle>
          <a:p>
            <a:r>
              <a:rPr lang="en-US" dirty="0"/>
              <a:t>Area Reserved for inset video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xmlns="" val="220794429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mma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BBB91498-2249-4872-68A4-05066A2D0C15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31850" y="5991166"/>
            <a:ext cx="10515600" cy="676762"/>
          </a:xfrm>
          <a:prstGeom prst="rect">
            <a:avLst/>
          </a:prstGeom>
        </p:spPr>
        <p:txBody>
          <a:bodyPr/>
          <a:lstStyle>
            <a:lvl1pPr marL="0" marR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Do not type anything in this area, as it is reserved for the caption.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xmlns="" id="{94D008F4-334F-453F-AFA1-C8D15F2524EA}"/>
              </a:ext>
            </a:extLst>
          </p:cNvPr>
          <p:cNvSpPr/>
          <p:nvPr userDrawn="1"/>
        </p:nvSpPr>
        <p:spPr>
          <a:xfrm>
            <a:off x="0" y="6667928"/>
            <a:ext cx="12192000" cy="190072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xmlns="" id="{D0FF8217-211C-4647-A5FC-232CD898B9F8}"/>
              </a:ext>
            </a:extLst>
          </p:cNvPr>
          <p:cNvCxnSpPr>
            <a:cxnSpLocks/>
          </p:cNvCxnSpPr>
          <p:nvPr userDrawn="1"/>
        </p:nvCxnSpPr>
        <p:spPr>
          <a:xfrm>
            <a:off x="0" y="1284270"/>
            <a:ext cx="9842643" cy="0"/>
          </a:xfrm>
          <a:prstGeom prst="line">
            <a:avLst/>
          </a:prstGeom>
          <a:ln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itle 1">
            <a:extLst>
              <a:ext uri="{FF2B5EF4-FFF2-40B4-BE49-F238E27FC236}">
                <a16:creationId xmlns:a16="http://schemas.microsoft.com/office/drawing/2014/main" xmlns="" id="{60EFD52D-71BD-4D6E-8493-A06A442AF56E}"/>
              </a:ext>
            </a:extLst>
          </p:cNvPr>
          <p:cNvSpPr txBox="1">
            <a:spLocks/>
          </p:cNvSpPr>
          <p:nvPr userDrawn="1"/>
        </p:nvSpPr>
        <p:spPr>
          <a:xfrm>
            <a:off x="0" y="32442"/>
            <a:ext cx="121920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358775"/>
            <a:endParaRPr lang="en-IN" b="1" dirty="0">
              <a:solidFill>
                <a:srgbClr val="00B050"/>
              </a:solidFill>
            </a:endParaRPr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xmlns="" id="{2E3162AD-7B7B-4601-A7F5-13C45770520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58775" y="1593955"/>
            <a:ext cx="9137444" cy="4190687"/>
          </a:xfrm>
          <a:prstGeom prst="rect">
            <a:avLst/>
          </a:prstGeom>
        </p:spPr>
        <p:txBody>
          <a:bodyPr>
            <a:normAutofit/>
          </a:bodyPr>
          <a:lstStyle>
            <a:lvl1pPr marL="285750" marR="0" indent="-2857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B050"/>
              </a:buClr>
              <a:buSzTx/>
              <a:buFont typeface="Wingdings" panose="05000000000000000000" pitchFamily="2" charset="2"/>
              <a:buChar char="§"/>
              <a:tabLst/>
              <a:defRPr lang="en-US" sz="1800" kern="1200" dirty="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1pPr>
          </a:lstStyle>
          <a:p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endParaRPr lang="en-US" dirty="0"/>
          </a:p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B050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endParaRPr lang="en-US" dirty="0"/>
          </a:p>
          <a:p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xmlns="" id="{0519280C-517B-4F4A-AD31-E885447E1D7D}"/>
              </a:ext>
            </a:extLst>
          </p:cNvPr>
          <p:cNvSpPr/>
          <p:nvPr userDrawn="1"/>
        </p:nvSpPr>
        <p:spPr>
          <a:xfrm>
            <a:off x="358917" y="416162"/>
            <a:ext cx="2183611" cy="5909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</a:pPr>
            <a:r>
              <a:rPr lang="en-US" sz="3600" b="1" kern="1200" dirty="0">
                <a:solidFill>
                  <a:srgbClr val="00B050"/>
                </a:solidFill>
                <a:latin typeface="Roboto" panose="02000000000000000000" pitchFamily="2" charset="0"/>
                <a:ea typeface="Roboto" panose="02000000000000000000" pitchFamily="2" charset="0"/>
                <a:cs typeface="+mj-cs"/>
              </a:rPr>
              <a:t>Summary</a:t>
            </a:r>
            <a:endParaRPr lang="en-IN" sz="3600" b="1" kern="1200" dirty="0">
              <a:solidFill>
                <a:srgbClr val="00B050"/>
              </a:solidFill>
              <a:latin typeface="Roboto" panose="02000000000000000000" pitchFamily="2" charset="0"/>
              <a:ea typeface="Roboto" panose="02000000000000000000" pitchFamily="2" charset="0"/>
              <a:cs typeface="+mj-cs"/>
            </a:endParaRPr>
          </a:p>
        </p:txBody>
      </p:sp>
      <p:sp>
        <p:nvSpPr>
          <p:cNvPr id="10" name="Picture Placeholder 22">
            <a:extLst>
              <a:ext uri="{FF2B5EF4-FFF2-40B4-BE49-F238E27FC236}">
                <a16:creationId xmlns:a16="http://schemas.microsoft.com/office/drawing/2014/main" xmlns="" id="{4C789902-3498-444F-888A-CD8E960A75DA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10185400" y="4768850"/>
            <a:ext cx="1770063" cy="1222375"/>
          </a:xfrm>
          <a:prstGeom prst="rect">
            <a:avLst/>
          </a:prstGeom>
        </p:spPr>
        <p:txBody>
          <a:bodyPr/>
          <a:lstStyle>
            <a:lvl1pPr>
              <a:defRPr sz="2000"/>
            </a:lvl1pPr>
          </a:lstStyle>
          <a:p>
            <a:r>
              <a:rPr lang="en-US" dirty="0"/>
              <a:t>Area Reserved for inset video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xmlns="" val="1877044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build="p">
        <p:tmplLst>
          <p:tmpl lvl="1">
            <p:tnLst>
              <p:par>
                <p:cTn presetID="10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9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0" grpId="0"/>
    </p:bldLst>
  </p:timing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LA Logo start and e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xmlns="" id="{94D008F4-334F-453F-AFA1-C8D15F2524EA}"/>
              </a:ext>
            </a:extLst>
          </p:cNvPr>
          <p:cNvSpPr/>
          <p:nvPr userDrawn="1"/>
        </p:nvSpPr>
        <p:spPr>
          <a:xfrm>
            <a:off x="0" y="6697746"/>
            <a:ext cx="12192000" cy="190072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xmlns="" id="{77B14931-B1C9-481D-A12E-67817E6ECD19}"/>
              </a:ext>
            </a:extLst>
          </p:cNvPr>
          <p:cNvSpPr/>
          <p:nvPr userDrawn="1"/>
        </p:nvSpPr>
        <p:spPr>
          <a:xfrm>
            <a:off x="0" y="0"/>
            <a:ext cx="12192000" cy="669774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xmlns="" id="{B8C40B09-EF0A-40AA-B833-35019707ADC6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4190996" y="3017519"/>
            <a:ext cx="3810008" cy="8229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422647802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xmlns="" id="{BC1B16E8-8992-B39B-527E-7E2267D2459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B94E762-59DB-4A56-B671-6707C2ACF63B}" type="datetimeFigureOut">
              <a:rPr lang="en-IN" smtClean="0"/>
              <a:pPr/>
              <a:t>22-02-2026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xmlns="" id="{624BA001-1173-3B81-16E7-A1CABA0F41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BE1E256B-6739-E4D3-25B2-A3D4670D31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30CE178-C5E0-487A-BEDA-02254E864867}" type="slidenum">
              <a:rPr lang="en-IN" smtClean="0"/>
              <a:pPr/>
              <a:t>‹#›</a:t>
            </a:fld>
            <a:endParaRPr lang="en-IN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xmlns="" id="{E5C22FAF-F747-40D1-9697-6B119C1E0E5B}"/>
              </a:ext>
            </a:extLst>
          </p:cNvPr>
          <p:cNvSpPr/>
          <p:nvPr userDrawn="1"/>
        </p:nvSpPr>
        <p:spPr>
          <a:xfrm>
            <a:off x="-99391" y="-45719"/>
            <a:ext cx="12423913" cy="690371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xmlns="" id="{562ADEEB-5BA3-4C4B-BD02-E7EDE90FF541}"/>
              </a:ext>
            </a:extLst>
          </p:cNvPr>
          <p:cNvSpPr/>
          <p:nvPr userDrawn="1"/>
        </p:nvSpPr>
        <p:spPr>
          <a:xfrm>
            <a:off x="0" y="6697746"/>
            <a:ext cx="12192000" cy="190072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xmlns="" id="{16746F02-3F1E-4264-B2CD-33C59ED11B12}"/>
              </a:ext>
            </a:extLst>
          </p:cNvPr>
          <p:cNvSpPr/>
          <p:nvPr userDrawn="1"/>
        </p:nvSpPr>
        <p:spPr>
          <a:xfrm>
            <a:off x="1557130" y="1059022"/>
            <a:ext cx="6096000" cy="1200329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dirty="0"/>
              <a:t>Video Title: Roboto, Bold, 44</a:t>
            </a:r>
          </a:p>
          <a:p>
            <a:r>
              <a:rPr lang="en-US" dirty="0"/>
              <a:t>Top Heading 1: Roboto, Bold, 36</a:t>
            </a:r>
          </a:p>
          <a:p>
            <a:r>
              <a:rPr lang="en-US" dirty="0"/>
              <a:t>Sub- Heading 2: Roboto, Bold, 20</a:t>
            </a:r>
          </a:p>
          <a:p>
            <a:r>
              <a:rPr lang="en-US" dirty="0"/>
              <a:t>Body Text: Roboto, 18</a:t>
            </a:r>
          </a:p>
        </p:txBody>
      </p:sp>
    </p:spTree>
    <p:extLst>
      <p:ext uri="{BB962C8B-B14F-4D97-AF65-F5344CB8AC3E}">
        <p14:creationId xmlns:p14="http://schemas.microsoft.com/office/powerpoint/2010/main" xmlns="" val="6247619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xmlns="" id="{D89EBD0A-0020-4F1B-8C0B-2A6D21CB67FA}"/>
              </a:ext>
            </a:extLst>
          </p:cNvPr>
          <p:cNvPicPr>
            <a:picLocks noChangeAspect="1"/>
          </p:cNvPicPr>
          <p:nvPr userDrawn="1"/>
        </p:nvPicPr>
        <p:blipFill>
          <a:blip r:embed="rId17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9780094" y="430902"/>
            <a:ext cx="2282687" cy="4930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25235623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0" r:id="rId1"/>
    <p:sldLayoutId id="2147483663" r:id="rId2"/>
    <p:sldLayoutId id="2147483672" r:id="rId3"/>
    <p:sldLayoutId id="2147483680" r:id="rId4"/>
    <p:sldLayoutId id="2147483676" r:id="rId5"/>
    <p:sldLayoutId id="2147483677" r:id="rId6"/>
    <p:sldLayoutId id="2147483661" r:id="rId7"/>
    <p:sldLayoutId id="2147483678" r:id="rId8"/>
    <p:sldLayoutId id="2147483673" r:id="rId9"/>
    <p:sldLayoutId id="2147483674" r:id="rId10"/>
    <p:sldLayoutId id="2147483679" r:id="rId11"/>
    <p:sldLayoutId id="2147483675" r:id="rId12"/>
    <p:sldLayoutId id="2147483664" r:id="rId13"/>
    <p:sldLayoutId id="2147483671" r:id="rId14"/>
    <p:sldLayoutId id="2147483655" r:id="rId15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052265" y="492257"/>
            <a:ext cx="8087470" cy="258532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600" dirty="0" smtClean="0">
                <a:latin typeface="Roboto"/>
              </a:rPr>
              <a:t>Applies Data Structure and Application</a:t>
            </a:r>
          </a:p>
          <a:p>
            <a:pPr algn="ctr"/>
            <a:endParaRPr lang="en-US" sz="3600" dirty="0" smtClean="0">
              <a:latin typeface="Roboto"/>
            </a:endParaRPr>
          </a:p>
          <a:p>
            <a:pPr algn="ctr"/>
            <a:r>
              <a:rPr lang="en-US" b="1" dirty="0" smtClean="0">
                <a:solidFill>
                  <a:srgbClr val="00B050"/>
                </a:solidFill>
              </a:rPr>
              <a:t>Dr </a:t>
            </a:r>
            <a:r>
              <a:rPr lang="en-US" b="1" dirty="0" err="1" smtClean="0">
                <a:solidFill>
                  <a:srgbClr val="00B050"/>
                </a:solidFill>
              </a:rPr>
              <a:t>Sachin</a:t>
            </a:r>
            <a:r>
              <a:rPr lang="en-US" b="1" dirty="0" smtClean="0">
                <a:solidFill>
                  <a:srgbClr val="00B050"/>
                </a:solidFill>
              </a:rPr>
              <a:t> K </a:t>
            </a:r>
            <a:r>
              <a:rPr lang="en-US" b="1" dirty="0" err="1" smtClean="0">
                <a:solidFill>
                  <a:srgbClr val="00B050"/>
                </a:solidFill>
              </a:rPr>
              <a:t>Saxena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err="1" smtClean="0"/>
              <a:t>Sr</a:t>
            </a:r>
            <a:r>
              <a:rPr lang="en-US" dirty="0" smtClean="0"/>
              <a:t> Data Analyst, Portugal, MNC</a:t>
            </a:r>
          </a:p>
          <a:p>
            <a:pPr algn="ctr"/>
            <a:r>
              <a:rPr lang="en-US" dirty="0" smtClean="0"/>
              <a:t>Ex-</a:t>
            </a:r>
            <a:r>
              <a:rPr lang="en-US" dirty="0" err="1" smtClean="0"/>
              <a:t>Sr</a:t>
            </a:r>
            <a:r>
              <a:rPr lang="en-US" dirty="0" smtClean="0"/>
              <a:t> Software Engineer - Data Scientist</a:t>
            </a:r>
          </a:p>
          <a:p>
            <a:pPr algn="ctr"/>
            <a:endParaRPr lang="en-US" sz="3600" dirty="0">
              <a:latin typeface="Roboto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228080906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40316" y="2817845"/>
            <a:ext cx="5911368" cy="1042984"/>
          </a:xfrm>
        </p:spPr>
        <p:txBody>
          <a:bodyPr>
            <a:normAutofit fontScale="90000"/>
          </a:bodyPr>
          <a:lstStyle/>
          <a:p>
            <a:r>
              <a:rPr lang="en-US" dirty="0"/>
              <a:t/>
            </a:r>
            <a:br>
              <a:rPr lang="en-US" dirty="0"/>
            </a:br>
            <a:endParaRPr lang="en-IN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sz="quarter" idx="1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43775717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FDCBC1EE-8DE7-F8C6-2532-F1D6FA7B16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Content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D39A056E-EB1C-0D34-9A78-7C519852A37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xmlns="" id="{8986177A-9A0A-F174-FF1B-DBD9E85D24E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>
              <a:buFont typeface="Arial" pitchFamily="34" charset="0"/>
              <a:buChar char="•"/>
            </a:pPr>
            <a:r>
              <a:rPr b="1" smtClean="0"/>
              <a:t> Array: </a:t>
            </a:r>
            <a:r>
              <a:rPr smtClean="0"/>
              <a:t>Representation of Single and Multidimensional Arrays</a:t>
            </a:r>
          </a:p>
          <a:p>
            <a:pPr>
              <a:buFont typeface="Arial" pitchFamily="34" charset="0"/>
              <a:buChar char="•"/>
            </a:pPr>
            <a:r>
              <a:rPr smtClean="0"/>
              <a:t> Address Calculation</a:t>
            </a:r>
          </a:p>
          <a:p>
            <a:pPr>
              <a:buFont typeface="Arial" pitchFamily="34" charset="0"/>
              <a:buChar char="•"/>
            </a:pPr>
            <a:r>
              <a:rPr smtClean="0"/>
              <a:t> Operations on Arrays</a:t>
            </a:r>
          </a:p>
          <a:p>
            <a:pPr>
              <a:buFont typeface="Arial" pitchFamily="34" charset="0"/>
              <a:buChar char="•"/>
            </a:pPr>
            <a:r>
              <a:rPr smtClean="0"/>
              <a:t> Application of Arrays: Matrix Multiplication</a:t>
            </a:r>
          </a:p>
          <a:p>
            <a:pPr>
              <a:buFont typeface="Arial" pitchFamily="34" charset="0"/>
              <a:buChar char="•"/>
            </a:pPr>
            <a:r>
              <a:rPr smtClean="0"/>
              <a:t> Application of Arrays: Character String Operation</a:t>
            </a:r>
          </a:p>
          <a:p>
            <a:endParaRPr smtClean="0"/>
          </a:p>
          <a:p>
            <a:endParaRPr lang="en-US" dirty="0"/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xmlns="" id="{515D149A-6DDC-75C8-A31D-A129A9CCF4DF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297364858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3674BF57-85B6-88C6-779E-A93F627462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Array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AB6594B7-8A7B-2F44-881F-09966EFB480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xmlns="" id="{E3109802-316C-721A-8025-47A0C1B111F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>
              <a:buFont typeface="Arial" pitchFamily="34" charset="0"/>
              <a:buChar char="•"/>
            </a:pPr>
            <a:r>
              <a:rPr smtClean="0"/>
              <a:t> Array is a collection of similar data types grouped under one name</a:t>
            </a:r>
          </a:p>
          <a:p>
            <a:pPr>
              <a:buFont typeface="Arial" pitchFamily="34" charset="0"/>
              <a:buChar char="•"/>
            </a:pPr>
            <a:endParaRPr smtClean="0"/>
          </a:p>
          <a:p>
            <a:pPr>
              <a:buFont typeface="Arial" pitchFamily="34" charset="0"/>
              <a:buChar char="•"/>
            </a:pPr>
            <a:r>
              <a:rPr smtClean="0"/>
              <a:t> Its also called vector value</a:t>
            </a:r>
          </a:p>
          <a:p>
            <a:pPr>
              <a:buFont typeface="Arial" pitchFamily="34" charset="0"/>
              <a:buChar char="•"/>
            </a:pPr>
            <a:endParaRPr smtClean="0"/>
          </a:p>
          <a:p>
            <a:pPr>
              <a:buFont typeface="Arial" pitchFamily="34" charset="0"/>
              <a:buChar char="•"/>
            </a:pPr>
            <a:r>
              <a:rPr smtClean="0"/>
              <a:t> We can Access or differentiate all the elements in an array using index values</a:t>
            </a:r>
          </a:p>
          <a:p>
            <a:pPr>
              <a:buFont typeface="Arial" pitchFamily="34" charset="0"/>
              <a:buChar char="•"/>
            </a:pPr>
            <a:endParaRPr smtClean="0"/>
          </a:p>
          <a:p>
            <a:pPr>
              <a:buFont typeface="Arial" pitchFamily="34" charset="0"/>
              <a:buChar char="•"/>
            </a:pPr>
            <a:r>
              <a:rPr smtClean="0"/>
              <a:t> This concepts is supported by many programming languages</a:t>
            </a:r>
          </a:p>
          <a:p>
            <a:endParaRPr smtClean="0"/>
          </a:p>
          <a:p>
            <a:endParaRPr smtClean="0"/>
          </a:p>
          <a:p>
            <a:endParaRPr lang="en-US" dirty="0"/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xmlns="" id="{B71A4659-D503-43A9-464A-B59CFADE5D4F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261887051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BBDB2212-65DC-A038-57AF-A0DD7E7003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Array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A748FE8E-7936-F0CD-D01E-A1C3609B4C5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xmlns="" id="{942C748F-E808-44A6-3F66-FDFF2F20010F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object 4"/>
          <p:cNvSpPr txBox="1"/>
          <p:nvPr/>
        </p:nvSpPr>
        <p:spPr>
          <a:xfrm>
            <a:off x="1235945" y="1849339"/>
            <a:ext cx="2431701" cy="57964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lang="en-US" dirty="0" smtClean="0"/>
              <a:t>Example :  </a:t>
            </a:r>
          </a:p>
          <a:p>
            <a:pPr marL="12700">
              <a:spcBef>
                <a:spcPts val="100"/>
              </a:spcBef>
            </a:pPr>
            <a:r>
              <a:rPr sz="1800" smtClean="0">
                <a:latin typeface="Arial MT"/>
                <a:cs typeface="Arial MT"/>
              </a:rPr>
              <a:t>Int</a:t>
            </a:r>
            <a:r>
              <a:rPr sz="1800" spc="-15" smtClean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A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[</a:t>
            </a:r>
            <a:r>
              <a:rPr sz="1800" spc="-1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5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spc="-25" dirty="0">
                <a:latin typeface="Arial MT"/>
                <a:cs typeface="Arial MT"/>
              </a:rPr>
              <a:t>];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7" name="object 5"/>
          <p:cNvSpPr txBox="1"/>
          <p:nvPr/>
        </p:nvSpPr>
        <p:spPr>
          <a:xfrm>
            <a:off x="2557483" y="2150792"/>
            <a:ext cx="253174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95" dirty="0">
                <a:latin typeface="Arial MT"/>
                <a:cs typeface="Arial MT"/>
              </a:rPr>
              <a:t>//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Initialise</a:t>
            </a:r>
            <a:r>
              <a:rPr sz="1800" spc="-1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or</a:t>
            </a:r>
            <a:r>
              <a:rPr sz="1800" spc="-10" dirty="0">
                <a:latin typeface="Arial MT"/>
                <a:cs typeface="Arial MT"/>
              </a:rPr>
              <a:t> declaration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8" name="object 6"/>
          <p:cNvSpPr txBox="1"/>
          <p:nvPr/>
        </p:nvSpPr>
        <p:spPr>
          <a:xfrm>
            <a:off x="1270008" y="2709592"/>
            <a:ext cx="112839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Arial MT"/>
                <a:cs typeface="Arial MT"/>
              </a:rPr>
              <a:t>A[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2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]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=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spc="-25" dirty="0">
                <a:latin typeface="Arial MT"/>
                <a:cs typeface="Arial MT"/>
              </a:rPr>
              <a:t>15;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9" name="object 7"/>
          <p:cNvSpPr txBox="1"/>
          <p:nvPr/>
        </p:nvSpPr>
        <p:spPr>
          <a:xfrm>
            <a:off x="2563426" y="2709592"/>
            <a:ext cx="98679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95" dirty="0">
                <a:latin typeface="Arial MT"/>
                <a:cs typeface="Arial MT"/>
              </a:rPr>
              <a:t>//</a:t>
            </a:r>
            <a:r>
              <a:rPr sz="1800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Access</a:t>
            </a:r>
            <a:endParaRPr sz="1800">
              <a:latin typeface="Arial MT"/>
              <a:cs typeface="Arial MT"/>
            </a:endParaRPr>
          </a:p>
        </p:txBody>
      </p:sp>
      <p:pic>
        <p:nvPicPr>
          <p:cNvPr id="10" name="object 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862952" y="3354326"/>
            <a:ext cx="4208302" cy="10933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55739069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BBDB2212-65DC-A038-57AF-A0DD7E7003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Array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A748FE8E-7936-F0CD-D01E-A1C3609B4C5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xmlns="" id="{942C748F-E808-44A6-3F66-FDFF2F20010F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542611" y="1808941"/>
            <a:ext cx="8601389" cy="295760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99390" marR="5080" indent="-187325">
              <a:lnSpc>
                <a:spcPct val="101899"/>
              </a:lnSpc>
              <a:spcBef>
                <a:spcPts val="55"/>
              </a:spcBef>
              <a:buChar char="•"/>
              <a:tabLst>
                <a:tab pos="199390" algn="l"/>
              </a:tabLst>
            </a:pPr>
            <a:r>
              <a:rPr lang="en-US" spc="-125" dirty="0" smtClean="0">
                <a:latin typeface="Arial MT"/>
                <a:cs typeface="Arial MT"/>
              </a:rPr>
              <a:t>To</a:t>
            </a:r>
            <a:r>
              <a:rPr lang="en-US" dirty="0" smtClean="0">
                <a:latin typeface="Arial MT"/>
                <a:cs typeface="Arial MT"/>
              </a:rPr>
              <a:t> access</a:t>
            </a:r>
            <a:r>
              <a:rPr lang="en-US" spc="-10" dirty="0" smtClean="0">
                <a:latin typeface="Arial MT"/>
                <a:cs typeface="Arial MT"/>
              </a:rPr>
              <a:t> </a:t>
            </a:r>
            <a:r>
              <a:rPr lang="en-US" dirty="0" smtClean="0">
                <a:latin typeface="Arial MT"/>
                <a:cs typeface="Arial MT"/>
              </a:rPr>
              <a:t>all</a:t>
            </a:r>
            <a:r>
              <a:rPr lang="en-US" spc="-5" dirty="0" smtClean="0">
                <a:latin typeface="Arial MT"/>
                <a:cs typeface="Arial MT"/>
              </a:rPr>
              <a:t> </a:t>
            </a:r>
            <a:r>
              <a:rPr lang="en-US" dirty="0" smtClean="0">
                <a:latin typeface="Arial MT"/>
                <a:cs typeface="Arial MT"/>
              </a:rPr>
              <a:t>elements</a:t>
            </a:r>
            <a:r>
              <a:rPr lang="en-US" spc="-5" dirty="0" smtClean="0">
                <a:latin typeface="Arial MT"/>
                <a:cs typeface="Arial MT"/>
              </a:rPr>
              <a:t> </a:t>
            </a:r>
            <a:r>
              <a:rPr lang="en-US" dirty="0" smtClean="0">
                <a:latin typeface="Arial MT"/>
                <a:cs typeface="Arial MT"/>
              </a:rPr>
              <a:t>in</a:t>
            </a:r>
            <a:r>
              <a:rPr lang="en-US" spc="-5" dirty="0" smtClean="0">
                <a:latin typeface="Arial MT"/>
                <a:cs typeface="Arial MT"/>
              </a:rPr>
              <a:t> </a:t>
            </a:r>
            <a:r>
              <a:rPr lang="en-US" dirty="0" smtClean="0">
                <a:latin typeface="Arial MT"/>
                <a:cs typeface="Arial MT"/>
              </a:rPr>
              <a:t>an</a:t>
            </a:r>
            <a:r>
              <a:rPr lang="en-US" spc="-5" dirty="0" smtClean="0">
                <a:latin typeface="Arial MT"/>
                <a:cs typeface="Arial MT"/>
              </a:rPr>
              <a:t> </a:t>
            </a:r>
            <a:r>
              <a:rPr lang="en-US" dirty="0" smtClean="0">
                <a:latin typeface="Arial MT"/>
                <a:cs typeface="Arial MT"/>
              </a:rPr>
              <a:t>array</a:t>
            </a:r>
            <a:r>
              <a:rPr lang="en-US" spc="-5" dirty="0" smtClean="0">
                <a:latin typeface="Arial MT"/>
                <a:cs typeface="Arial MT"/>
              </a:rPr>
              <a:t> </a:t>
            </a:r>
            <a:r>
              <a:rPr lang="en-US" dirty="0" smtClean="0">
                <a:latin typeface="Arial MT"/>
                <a:cs typeface="Arial MT"/>
              </a:rPr>
              <a:t>,</a:t>
            </a:r>
            <a:r>
              <a:rPr lang="en-US" spc="-5" dirty="0" smtClean="0">
                <a:latin typeface="Arial MT"/>
                <a:cs typeface="Arial MT"/>
              </a:rPr>
              <a:t> </a:t>
            </a:r>
            <a:r>
              <a:rPr lang="en-US" dirty="0" smtClean="0">
                <a:latin typeface="Arial MT"/>
                <a:cs typeface="Arial MT"/>
              </a:rPr>
              <a:t>we</a:t>
            </a:r>
            <a:r>
              <a:rPr lang="en-US" spc="-5" dirty="0" smtClean="0">
                <a:latin typeface="Arial MT"/>
                <a:cs typeface="Arial MT"/>
              </a:rPr>
              <a:t> </a:t>
            </a:r>
            <a:r>
              <a:rPr lang="en-US" dirty="0" smtClean="0">
                <a:latin typeface="Arial MT"/>
                <a:cs typeface="Arial MT"/>
              </a:rPr>
              <a:t>can</a:t>
            </a:r>
            <a:r>
              <a:rPr lang="en-US" spc="-5" dirty="0" smtClean="0">
                <a:latin typeface="Arial MT"/>
                <a:cs typeface="Arial MT"/>
              </a:rPr>
              <a:t> </a:t>
            </a:r>
            <a:r>
              <a:rPr lang="en-US" spc="-10" dirty="0" smtClean="0">
                <a:latin typeface="Arial MT"/>
                <a:cs typeface="Arial MT"/>
              </a:rPr>
              <a:t>traverse </a:t>
            </a:r>
            <a:r>
              <a:rPr lang="en-US" dirty="0" smtClean="0">
                <a:latin typeface="Arial MT"/>
                <a:cs typeface="Arial MT"/>
              </a:rPr>
              <a:t>through</a:t>
            </a:r>
            <a:r>
              <a:rPr lang="en-US" spc="60" dirty="0" smtClean="0">
                <a:latin typeface="Arial MT"/>
                <a:cs typeface="Arial MT"/>
              </a:rPr>
              <a:t> </a:t>
            </a:r>
            <a:r>
              <a:rPr lang="en-US" dirty="0" smtClean="0">
                <a:latin typeface="Arial MT"/>
                <a:cs typeface="Arial MT"/>
              </a:rPr>
              <a:t>it</a:t>
            </a:r>
            <a:r>
              <a:rPr lang="en-US" spc="65" dirty="0" smtClean="0">
                <a:latin typeface="Arial MT"/>
                <a:cs typeface="Arial MT"/>
              </a:rPr>
              <a:t> </a:t>
            </a:r>
            <a:r>
              <a:rPr lang="en-US" dirty="0" smtClean="0">
                <a:latin typeface="Arial MT"/>
                <a:cs typeface="Arial MT"/>
              </a:rPr>
              <a:t>for</a:t>
            </a:r>
            <a:r>
              <a:rPr lang="en-US" spc="65" dirty="0" smtClean="0">
                <a:latin typeface="Arial MT"/>
                <a:cs typeface="Arial MT"/>
              </a:rPr>
              <a:t> </a:t>
            </a:r>
            <a:r>
              <a:rPr lang="en-US" spc="-10" dirty="0" smtClean="0">
                <a:latin typeface="Arial MT"/>
                <a:cs typeface="Arial MT"/>
              </a:rPr>
              <a:t>example</a:t>
            </a:r>
            <a:endParaRPr lang="en-US" dirty="0" smtClean="0">
              <a:latin typeface="Arial MT"/>
              <a:cs typeface="Arial MT"/>
            </a:endParaRPr>
          </a:p>
          <a:p>
            <a:pPr>
              <a:lnSpc>
                <a:spcPct val="100000"/>
              </a:lnSpc>
            </a:pPr>
            <a:endParaRPr lang="en-US" dirty="0" smtClean="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300"/>
              </a:spcBef>
            </a:pPr>
            <a:endParaRPr lang="en-US" dirty="0" smtClean="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lang="en-US" dirty="0" err="1" smtClean="0">
                <a:latin typeface="Arial MT"/>
                <a:cs typeface="Arial MT"/>
              </a:rPr>
              <a:t>int</a:t>
            </a:r>
            <a:r>
              <a:rPr lang="en-US" spc="-5" dirty="0" smtClean="0">
                <a:latin typeface="Arial MT"/>
                <a:cs typeface="Arial MT"/>
              </a:rPr>
              <a:t> </a:t>
            </a:r>
            <a:r>
              <a:rPr lang="en-US" dirty="0" smtClean="0">
                <a:latin typeface="Arial MT"/>
                <a:cs typeface="Arial MT"/>
              </a:rPr>
              <a:t>A[</a:t>
            </a:r>
            <a:r>
              <a:rPr lang="en-US" spc="-5" dirty="0" smtClean="0">
                <a:latin typeface="Arial MT"/>
                <a:cs typeface="Arial MT"/>
              </a:rPr>
              <a:t> </a:t>
            </a:r>
            <a:r>
              <a:rPr lang="en-US" dirty="0" smtClean="0">
                <a:latin typeface="Arial MT"/>
                <a:cs typeface="Arial MT"/>
              </a:rPr>
              <a:t>5</a:t>
            </a:r>
            <a:r>
              <a:rPr lang="en-US" spc="-5" dirty="0" smtClean="0">
                <a:latin typeface="Arial MT"/>
                <a:cs typeface="Arial MT"/>
              </a:rPr>
              <a:t> </a:t>
            </a:r>
            <a:r>
              <a:rPr lang="en-US" dirty="0" smtClean="0">
                <a:latin typeface="Arial MT"/>
                <a:cs typeface="Arial MT"/>
              </a:rPr>
              <a:t>]</a:t>
            </a:r>
            <a:r>
              <a:rPr lang="en-US" spc="-5" dirty="0" smtClean="0">
                <a:latin typeface="Arial MT"/>
                <a:cs typeface="Arial MT"/>
              </a:rPr>
              <a:t> </a:t>
            </a:r>
            <a:r>
              <a:rPr lang="en-US" dirty="0" smtClean="0">
                <a:latin typeface="Arial MT"/>
                <a:cs typeface="Arial MT"/>
              </a:rPr>
              <a:t>=</a:t>
            </a:r>
            <a:r>
              <a:rPr lang="en-US" spc="-5" dirty="0" smtClean="0">
                <a:latin typeface="Arial MT"/>
                <a:cs typeface="Arial MT"/>
              </a:rPr>
              <a:t> </a:t>
            </a:r>
            <a:r>
              <a:rPr lang="en-US" spc="-10" dirty="0" smtClean="0">
                <a:latin typeface="Arial MT"/>
                <a:cs typeface="Arial MT"/>
              </a:rPr>
              <a:t>{2,4,6,8};</a:t>
            </a:r>
            <a:endParaRPr lang="en-US" dirty="0" smtClean="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65"/>
              </a:spcBef>
            </a:pPr>
            <a:endParaRPr lang="en-US" dirty="0" smtClean="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lang="en-US" dirty="0" smtClean="0">
                <a:latin typeface="Arial MT"/>
                <a:cs typeface="Arial MT"/>
              </a:rPr>
              <a:t>for </a:t>
            </a:r>
            <a:r>
              <a:rPr lang="en-US" spc="-20" dirty="0" smtClean="0">
                <a:latin typeface="Arial MT"/>
                <a:cs typeface="Arial MT"/>
              </a:rPr>
              <a:t>(</a:t>
            </a:r>
            <a:r>
              <a:rPr lang="en-US" spc="-20" dirty="0" err="1" smtClean="0">
                <a:latin typeface="Arial MT"/>
                <a:cs typeface="Arial MT"/>
              </a:rPr>
              <a:t>i</a:t>
            </a:r>
            <a:r>
              <a:rPr lang="en-US" dirty="0" smtClean="0">
                <a:latin typeface="Arial MT"/>
                <a:cs typeface="Arial MT"/>
              </a:rPr>
              <a:t> = 0; </a:t>
            </a:r>
            <a:r>
              <a:rPr lang="en-US" dirty="0" err="1" smtClean="0">
                <a:latin typeface="Arial MT"/>
                <a:cs typeface="Arial MT"/>
              </a:rPr>
              <a:t>i</a:t>
            </a:r>
            <a:r>
              <a:rPr lang="en-US" dirty="0" smtClean="0">
                <a:latin typeface="Arial MT"/>
                <a:cs typeface="Arial MT"/>
              </a:rPr>
              <a:t> &lt; 5 ; </a:t>
            </a:r>
            <a:r>
              <a:rPr lang="en-US" spc="-20" dirty="0" err="1" smtClean="0">
                <a:latin typeface="Arial MT"/>
                <a:cs typeface="Arial MT"/>
              </a:rPr>
              <a:t>i</a:t>
            </a:r>
            <a:r>
              <a:rPr lang="en-US" spc="-20" dirty="0" smtClean="0">
                <a:latin typeface="Arial MT"/>
                <a:cs typeface="Arial MT"/>
              </a:rPr>
              <a:t>++)</a:t>
            </a:r>
            <a:endParaRPr lang="en-US" dirty="0" smtClean="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40"/>
              </a:spcBef>
            </a:pPr>
            <a:r>
              <a:rPr lang="en-US" spc="-50" dirty="0" smtClean="0">
                <a:latin typeface="Arial MT"/>
                <a:cs typeface="Arial MT"/>
              </a:rPr>
              <a:t>{</a:t>
            </a:r>
            <a:endParaRPr lang="en-US" dirty="0" smtClean="0">
              <a:latin typeface="Arial MT"/>
              <a:cs typeface="Arial MT"/>
            </a:endParaRPr>
          </a:p>
          <a:p>
            <a:pPr marL="469900">
              <a:lnSpc>
                <a:spcPct val="100000"/>
              </a:lnSpc>
              <a:spcBef>
                <a:spcPts val="40"/>
              </a:spcBef>
            </a:pPr>
            <a:r>
              <a:rPr lang="en-US" dirty="0" err="1" smtClean="0">
                <a:latin typeface="Arial MT"/>
                <a:cs typeface="Arial MT"/>
              </a:rPr>
              <a:t>printf</a:t>
            </a:r>
            <a:r>
              <a:rPr lang="en-US" dirty="0" smtClean="0">
                <a:latin typeface="Arial MT"/>
                <a:cs typeface="Arial MT"/>
              </a:rPr>
              <a:t>(</a:t>
            </a:r>
            <a:r>
              <a:rPr lang="en-US" spc="-20" dirty="0" smtClean="0">
                <a:latin typeface="Arial MT"/>
                <a:cs typeface="Arial MT"/>
              </a:rPr>
              <a:t> </a:t>
            </a:r>
            <a:r>
              <a:rPr lang="en-US" spc="110" dirty="0" smtClean="0">
                <a:latin typeface="Arial MT"/>
                <a:cs typeface="Arial MT"/>
              </a:rPr>
              <a:t>“%d”,</a:t>
            </a:r>
            <a:r>
              <a:rPr lang="en-US" spc="-20" dirty="0" smtClean="0">
                <a:latin typeface="Arial MT"/>
                <a:cs typeface="Arial MT"/>
              </a:rPr>
              <a:t> </a:t>
            </a:r>
            <a:r>
              <a:rPr lang="en-US" dirty="0" smtClean="0">
                <a:latin typeface="Arial MT"/>
                <a:cs typeface="Arial MT"/>
              </a:rPr>
              <a:t>A[</a:t>
            </a:r>
            <a:r>
              <a:rPr lang="en-US" spc="-20" dirty="0" smtClean="0">
                <a:latin typeface="Arial MT"/>
                <a:cs typeface="Arial MT"/>
              </a:rPr>
              <a:t> </a:t>
            </a:r>
            <a:r>
              <a:rPr lang="en-US" dirty="0" err="1" smtClean="0">
                <a:latin typeface="Arial MT"/>
                <a:cs typeface="Arial MT"/>
              </a:rPr>
              <a:t>i</a:t>
            </a:r>
            <a:r>
              <a:rPr lang="en-US" spc="-20" dirty="0" smtClean="0">
                <a:latin typeface="Arial MT"/>
                <a:cs typeface="Arial MT"/>
              </a:rPr>
              <a:t> </a:t>
            </a:r>
            <a:r>
              <a:rPr lang="en-US" dirty="0" smtClean="0">
                <a:latin typeface="Arial MT"/>
                <a:cs typeface="Arial MT"/>
              </a:rPr>
              <a:t>]</a:t>
            </a:r>
            <a:r>
              <a:rPr lang="en-US" spc="-20" dirty="0" smtClean="0">
                <a:latin typeface="Arial MT"/>
                <a:cs typeface="Arial MT"/>
              </a:rPr>
              <a:t> </a:t>
            </a:r>
            <a:r>
              <a:rPr lang="en-US" spc="-25" dirty="0" smtClean="0">
                <a:latin typeface="Arial MT"/>
                <a:cs typeface="Arial MT"/>
              </a:rPr>
              <a:t>);</a:t>
            </a:r>
            <a:endParaRPr lang="en-US" dirty="0" smtClean="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65"/>
              </a:spcBef>
            </a:pPr>
            <a:endParaRPr lang="en-US" dirty="0" smtClean="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lang="en-US" spc="-50" dirty="0" smtClean="0">
                <a:latin typeface="Arial MT"/>
                <a:cs typeface="Arial MT"/>
              </a:rPr>
              <a:t>}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55739069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BBDB2212-65DC-A038-57AF-A0DD7E7003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Array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A748FE8E-7936-F0CD-D01E-A1C3609B4C5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xmlns="" id="{942C748F-E808-44A6-3F66-FDFF2F20010F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object 2"/>
          <p:cNvSpPr txBox="1"/>
          <p:nvPr/>
        </p:nvSpPr>
        <p:spPr>
          <a:xfrm>
            <a:off x="576671" y="1573308"/>
            <a:ext cx="9954002" cy="289566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99390" marR="5080" indent="-187325">
              <a:lnSpc>
                <a:spcPct val="101899"/>
              </a:lnSpc>
              <a:spcBef>
                <a:spcPts val="55"/>
              </a:spcBef>
              <a:buChar char="•"/>
              <a:tabLst>
                <a:tab pos="199390" algn="l"/>
              </a:tabLst>
            </a:pPr>
            <a:r>
              <a:rPr sz="1800" dirty="0">
                <a:latin typeface="Arial MT"/>
                <a:cs typeface="Arial MT"/>
              </a:rPr>
              <a:t>The</a:t>
            </a:r>
            <a:r>
              <a:rPr sz="1800" spc="-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elements inside the array can</a:t>
            </a:r>
            <a:r>
              <a:rPr sz="1800" spc="-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be access through </a:t>
            </a:r>
            <a:r>
              <a:rPr sz="1800" spc="-25" dirty="0">
                <a:latin typeface="Arial MT"/>
                <a:cs typeface="Arial MT"/>
              </a:rPr>
              <a:t>the </a:t>
            </a:r>
            <a:r>
              <a:rPr sz="1800" dirty="0">
                <a:latin typeface="Arial MT"/>
                <a:cs typeface="Arial MT"/>
              </a:rPr>
              <a:t>subset</a:t>
            </a:r>
            <a:r>
              <a:rPr sz="1800" spc="4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or</a:t>
            </a:r>
            <a:r>
              <a:rPr sz="1800" spc="4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through</a:t>
            </a:r>
            <a:r>
              <a:rPr sz="1800" spc="4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the</a:t>
            </a:r>
            <a:r>
              <a:rPr sz="1800" spc="45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pointer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7" name="object 3"/>
          <p:cNvSpPr txBox="1"/>
          <p:nvPr/>
        </p:nvSpPr>
        <p:spPr>
          <a:xfrm>
            <a:off x="677155" y="2166440"/>
            <a:ext cx="2515870" cy="22555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Arial MT"/>
                <a:cs typeface="Arial MT"/>
              </a:rPr>
              <a:t>int</a:t>
            </a:r>
            <a:r>
              <a:rPr sz="1800" spc="-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A[</a:t>
            </a:r>
            <a:r>
              <a:rPr sz="1800" spc="-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5</a:t>
            </a:r>
            <a:r>
              <a:rPr sz="1800" spc="-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]</a:t>
            </a:r>
            <a:r>
              <a:rPr sz="1800" spc="-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=</a:t>
            </a:r>
            <a:r>
              <a:rPr sz="1800" spc="-5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{2,4,6,8};</a:t>
            </a:r>
            <a:endParaRPr sz="18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70"/>
              </a:spcBef>
            </a:pPr>
            <a:endParaRPr sz="18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</a:pPr>
            <a:r>
              <a:rPr sz="1800" dirty="0">
                <a:latin typeface="Arial MT"/>
                <a:cs typeface="Arial MT"/>
              </a:rPr>
              <a:t>for </a:t>
            </a:r>
            <a:r>
              <a:rPr sz="1800" spc="-20" dirty="0">
                <a:latin typeface="Arial MT"/>
                <a:cs typeface="Arial MT"/>
              </a:rPr>
              <a:t>(i</a:t>
            </a:r>
            <a:r>
              <a:rPr sz="1800" dirty="0">
                <a:latin typeface="Arial MT"/>
                <a:cs typeface="Arial MT"/>
              </a:rPr>
              <a:t> = 0; i &lt; 5 ; </a:t>
            </a:r>
            <a:r>
              <a:rPr sz="1800" spc="-20" dirty="0">
                <a:latin typeface="Arial MT"/>
                <a:cs typeface="Arial MT"/>
              </a:rPr>
              <a:t>i++)</a:t>
            </a:r>
            <a:endParaRPr sz="18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40"/>
              </a:spcBef>
            </a:pPr>
            <a:r>
              <a:rPr sz="1800" spc="-50" dirty="0">
                <a:latin typeface="Arial MT"/>
                <a:cs typeface="Arial MT"/>
              </a:rPr>
              <a:t>{</a:t>
            </a:r>
            <a:endParaRPr sz="18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70"/>
              </a:spcBef>
            </a:pPr>
            <a:endParaRPr sz="1800">
              <a:latin typeface="Arial MT"/>
              <a:cs typeface="Arial MT"/>
            </a:endParaRPr>
          </a:p>
          <a:p>
            <a:pPr marL="469900">
              <a:lnSpc>
                <a:spcPct val="100000"/>
              </a:lnSpc>
            </a:pPr>
            <a:r>
              <a:rPr sz="1800" dirty="0">
                <a:latin typeface="Arial MT"/>
                <a:cs typeface="Arial MT"/>
              </a:rPr>
              <a:t>printf(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spc="110" dirty="0">
                <a:latin typeface="Arial MT"/>
                <a:cs typeface="Arial MT"/>
              </a:rPr>
              <a:t>“%d”,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A[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i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]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spc="-25" dirty="0">
                <a:latin typeface="Arial MT"/>
                <a:cs typeface="Arial MT"/>
              </a:rPr>
              <a:t>);</a:t>
            </a:r>
            <a:endParaRPr sz="18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70"/>
              </a:spcBef>
            </a:pPr>
            <a:endParaRPr sz="1800">
              <a:latin typeface="Arial MT"/>
              <a:cs typeface="Arial MT"/>
            </a:endParaRPr>
          </a:p>
          <a:p>
            <a:pPr marL="457200">
              <a:lnSpc>
                <a:spcPct val="100000"/>
              </a:lnSpc>
            </a:pPr>
            <a:r>
              <a:rPr sz="1800" dirty="0">
                <a:latin typeface="Arial MT"/>
                <a:cs typeface="Arial MT"/>
              </a:rPr>
              <a:t>printf(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spc="110" dirty="0">
                <a:latin typeface="Arial MT"/>
                <a:cs typeface="Arial MT"/>
              </a:rPr>
              <a:t>“%d”,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A[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2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]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spc="-25" dirty="0">
                <a:latin typeface="Arial MT"/>
                <a:cs typeface="Arial MT"/>
              </a:rPr>
              <a:t>);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8" name="object 4"/>
          <p:cNvSpPr txBox="1"/>
          <p:nvPr/>
        </p:nvSpPr>
        <p:spPr>
          <a:xfrm>
            <a:off x="727397" y="4660936"/>
            <a:ext cx="2796540" cy="14173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572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Arial MT"/>
                <a:cs typeface="Arial MT"/>
              </a:rPr>
              <a:t>printf(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spc="110" dirty="0">
                <a:latin typeface="Arial MT"/>
                <a:cs typeface="Arial MT"/>
              </a:rPr>
              <a:t>“%d”,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2[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A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]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spc="-25" dirty="0">
                <a:latin typeface="Arial MT"/>
                <a:cs typeface="Arial MT"/>
              </a:rPr>
              <a:t>);</a:t>
            </a:r>
            <a:endParaRPr sz="18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70"/>
              </a:spcBef>
            </a:pPr>
            <a:endParaRPr sz="1800">
              <a:latin typeface="Arial MT"/>
              <a:cs typeface="Arial MT"/>
            </a:endParaRPr>
          </a:p>
          <a:p>
            <a:pPr marL="457200">
              <a:lnSpc>
                <a:spcPct val="100000"/>
              </a:lnSpc>
            </a:pPr>
            <a:r>
              <a:rPr sz="1800" dirty="0">
                <a:latin typeface="Arial MT"/>
                <a:cs typeface="Arial MT"/>
              </a:rPr>
              <a:t>printf(</a:t>
            </a:r>
            <a:r>
              <a:rPr sz="1800" spc="-10" dirty="0">
                <a:latin typeface="Arial MT"/>
                <a:cs typeface="Arial MT"/>
              </a:rPr>
              <a:t> </a:t>
            </a:r>
            <a:r>
              <a:rPr sz="1800" spc="110" dirty="0">
                <a:latin typeface="Arial MT"/>
                <a:cs typeface="Arial MT"/>
              </a:rPr>
              <a:t>“%d”,</a:t>
            </a:r>
            <a:r>
              <a:rPr sz="1800" spc="-5" dirty="0">
                <a:latin typeface="Arial MT"/>
                <a:cs typeface="Arial MT"/>
              </a:rPr>
              <a:t> </a:t>
            </a:r>
            <a:r>
              <a:rPr sz="1800" spc="-65" dirty="0">
                <a:latin typeface="Arial MT"/>
                <a:cs typeface="Arial MT"/>
              </a:rPr>
              <a:t>*(A</a:t>
            </a:r>
            <a:r>
              <a:rPr sz="1800" spc="-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+ 2</a:t>
            </a:r>
            <a:r>
              <a:rPr sz="1800" spc="-5" dirty="0">
                <a:latin typeface="Arial MT"/>
                <a:cs typeface="Arial MT"/>
              </a:rPr>
              <a:t> </a:t>
            </a:r>
            <a:r>
              <a:rPr sz="1800" spc="-140" dirty="0">
                <a:latin typeface="Arial MT"/>
                <a:cs typeface="Arial MT"/>
              </a:rPr>
              <a:t>)</a:t>
            </a:r>
            <a:r>
              <a:rPr sz="1800" dirty="0">
                <a:latin typeface="Arial MT"/>
                <a:cs typeface="Arial MT"/>
              </a:rPr>
              <a:t> </a:t>
            </a:r>
            <a:r>
              <a:rPr sz="1800" spc="-25" dirty="0">
                <a:latin typeface="Arial MT"/>
                <a:cs typeface="Arial MT"/>
              </a:rPr>
              <a:t>);</a:t>
            </a:r>
            <a:endParaRPr sz="18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70"/>
              </a:spcBef>
            </a:pPr>
            <a:endParaRPr sz="18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</a:pPr>
            <a:r>
              <a:rPr sz="1800" spc="-50" dirty="0">
                <a:latin typeface="Arial MT"/>
                <a:cs typeface="Arial MT"/>
              </a:rPr>
              <a:t>}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9" name="object 5"/>
          <p:cNvSpPr txBox="1"/>
          <p:nvPr/>
        </p:nvSpPr>
        <p:spPr>
          <a:xfrm>
            <a:off x="4628387" y="4928132"/>
            <a:ext cx="4023243" cy="184666"/>
          </a:xfrm>
          <a:prstGeom prst="rect">
            <a:avLst/>
          </a:prstGeom>
        </p:spPr>
        <p:txBody>
          <a:bodyPr vert="horz" wrap="square" lIns="0" tIns="30480" rIns="0" bIns="0" rtlCol="0">
            <a:spAutoFit/>
          </a:bodyPr>
          <a:lstStyle/>
          <a:p>
            <a:pPr marL="12700" marR="5080">
              <a:lnSpc>
                <a:spcPts val="1200"/>
              </a:lnSpc>
              <a:spcBef>
                <a:spcPts val="240"/>
              </a:spcBef>
            </a:pPr>
            <a:r>
              <a:rPr sz="1100" spc="65" dirty="0">
                <a:latin typeface="Arial MT"/>
                <a:cs typeface="Arial MT"/>
              </a:rPr>
              <a:t>//</a:t>
            </a:r>
            <a:r>
              <a:rPr sz="1100" spc="-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Example of </a:t>
            </a:r>
            <a:r>
              <a:rPr sz="1100" spc="-10" dirty="0">
                <a:latin typeface="Arial MT"/>
                <a:cs typeface="Arial MT"/>
              </a:rPr>
              <a:t>accessing </a:t>
            </a:r>
            <a:r>
              <a:rPr sz="1100" dirty="0">
                <a:latin typeface="Arial MT"/>
                <a:cs typeface="Arial MT"/>
              </a:rPr>
              <a:t>elements</a:t>
            </a:r>
            <a:r>
              <a:rPr sz="1100" spc="-1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inside</a:t>
            </a:r>
            <a:r>
              <a:rPr sz="1100" spc="-1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an</a:t>
            </a:r>
            <a:r>
              <a:rPr sz="1100" spc="-5" dirty="0">
                <a:latin typeface="Arial MT"/>
                <a:cs typeface="Arial MT"/>
              </a:rPr>
              <a:t> </a:t>
            </a:r>
            <a:r>
              <a:rPr sz="1100" spc="-20" dirty="0">
                <a:latin typeface="Arial MT"/>
                <a:cs typeface="Arial MT"/>
              </a:rPr>
              <a:t>array</a:t>
            </a:r>
            <a:endParaRPr sz="1100">
              <a:latin typeface="Arial MT"/>
              <a:cs typeface="Arial MT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55739069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FDCBC1EE-8DE7-F8C6-2532-F1D6FA7B16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Array in Compilers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D39A056E-EB1C-0D34-9A78-7C519852A37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xmlns="" id="{515D149A-6DDC-75C8-A31D-A129A9CCF4DF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object 3"/>
          <p:cNvSpPr txBox="1"/>
          <p:nvPr/>
        </p:nvSpPr>
        <p:spPr>
          <a:xfrm>
            <a:off x="596768" y="2035922"/>
            <a:ext cx="5888355" cy="140294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99390" marR="5080" indent="-187325">
              <a:lnSpc>
                <a:spcPts val="1800"/>
              </a:lnSpc>
              <a:spcBef>
                <a:spcPts val="1955"/>
              </a:spcBef>
              <a:buChar char="•"/>
              <a:tabLst>
                <a:tab pos="199390" algn="l"/>
              </a:tabLst>
            </a:pPr>
            <a:r>
              <a:rPr sz="1600" smtClean="0">
                <a:latin typeface="Arial MT"/>
                <a:cs typeface="Arial MT"/>
              </a:rPr>
              <a:t>Any</a:t>
            </a:r>
            <a:r>
              <a:rPr sz="1600" spc="25" smtClean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location</a:t>
            </a:r>
            <a:r>
              <a:rPr sz="1600" spc="2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in</a:t>
            </a:r>
            <a:r>
              <a:rPr sz="1600" spc="2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an</a:t>
            </a:r>
            <a:r>
              <a:rPr sz="1600" spc="2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array</a:t>
            </a:r>
            <a:r>
              <a:rPr sz="1600" spc="2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can</a:t>
            </a:r>
            <a:r>
              <a:rPr sz="1600" spc="2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be</a:t>
            </a:r>
            <a:r>
              <a:rPr sz="1600" spc="2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accessed</a:t>
            </a:r>
            <a:r>
              <a:rPr sz="1600" spc="2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with</a:t>
            </a:r>
            <a:r>
              <a:rPr sz="1600" spc="2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the</a:t>
            </a:r>
            <a:r>
              <a:rPr sz="1600" spc="2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help</a:t>
            </a:r>
            <a:r>
              <a:rPr sz="1600" spc="2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of</a:t>
            </a:r>
            <a:r>
              <a:rPr sz="1600" spc="25" dirty="0">
                <a:latin typeface="Arial MT"/>
                <a:cs typeface="Arial MT"/>
              </a:rPr>
              <a:t> </a:t>
            </a:r>
            <a:r>
              <a:rPr sz="1600" spc="-20" dirty="0">
                <a:latin typeface="Arial MT"/>
                <a:cs typeface="Arial MT"/>
              </a:rPr>
              <a:t>base </a:t>
            </a:r>
            <a:r>
              <a:rPr sz="1600" spc="-10" dirty="0">
                <a:latin typeface="Arial MT"/>
                <a:cs typeface="Arial MT"/>
              </a:rPr>
              <a:t>address</a:t>
            </a:r>
            <a:endParaRPr sz="16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1735"/>
              </a:spcBef>
            </a:pPr>
            <a:r>
              <a:rPr sz="1600" b="1" dirty="0">
                <a:solidFill>
                  <a:srgbClr val="0076BA"/>
                </a:solidFill>
                <a:latin typeface="Arial"/>
                <a:cs typeface="Arial"/>
              </a:rPr>
              <a:t>Example</a:t>
            </a:r>
            <a:r>
              <a:rPr sz="1600" b="1" spc="-70" dirty="0">
                <a:solidFill>
                  <a:srgbClr val="0076BA"/>
                </a:solidFill>
                <a:latin typeface="Arial"/>
                <a:cs typeface="Arial"/>
              </a:rPr>
              <a:t> </a:t>
            </a:r>
            <a:r>
              <a:rPr sz="1600" b="1" spc="-50" dirty="0">
                <a:solidFill>
                  <a:srgbClr val="0076BA"/>
                </a:solidFill>
                <a:latin typeface="Arial"/>
                <a:cs typeface="Arial"/>
              </a:rPr>
              <a:t>:</a:t>
            </a:r>
            <a:endParaRPr sz="16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685"/>
              </a:spcBef>
            </a:pPr>
            <a:r>
              <a:rPr sz="1600" dirty="0">
                <a:solidFill>
                  <a:srgbClr val="EE220C"/>
                </a:solidFill>
                <a:latin typeface="Arial MT"/>
                <a:cs typeface="Arial MT"/>
              </a:rPr>
              <a:t>int</a:t>
            </a:r>
            <a:r>
              <a:rPr sz="1600" spc="-20" dirty="0">
                <a:solidFill>
                  <a:srgbClr val="EE220C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EE220C"/>
                </a:solidFill>
                <a:latin typeface="Arial MT"/>
                <a:cs typeface="Arial MT"/>
              </a:rPr>
              <a:t>A[</a:t>
            </a:r>
            <a:r>
              <a:rPr sz="1600" spc="-15" dirty="0">
                <a:solidFill>
                  <a:srgbClr val="EE220C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EE220C"/>
                </a:solidFill>
                <a:latin typeface="Arial MT"/>
                <a:cs typeface="Arial MT"/>
              </a:rPr>
              <a:t>5</a:t>
            </a:r>
            <a:r>
              <a:rPr sz="1600" spc="-15" dirty="0">
                <a:solidFill>
                  <a:srgbClr val="EE220C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EE220C"/>
                </a:solidFill>
                <a:latin typeface="Arial MT"/>
                <a:cs typeface="Arial MT"/>
              </a:rPr>
              <a:t>]</a:t>
            </a:r>
            <a:r>
              <a:rPr sz="1600" spc="-15" dirty="0">
                <a:solidFill>
                  <a:srgbClr val="EE220C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EE220C"/>
                </a:solidFill>
                <a:latin typeface="Arial MT"/>
                <a:cs typeface="Arial MT"/>
              </a:rPr>
              <a:t>=</a:t>
            </a:r>
            <a:r>
              <a:rPr sz="1600" spc="-15" dirty="0">
                <a:solidFill>
                  <a:srgbClr val="EE220C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EE220C"/>
                </a:solidFill>
                <a:latin typeface="Arial MT"/>
                <a:cs typeface="Arial MT"/>
              </a:rPr>
              <a:t>{</a:t>
            </a:r>
            <a:r>
              <a:rPr sz="1600" spc="-15" dirty="0">
                <a:solidFill>
                  <a:srgbClr val="EE220C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EE220C"/>
                </a:solidFill>
                <a:latin typeface="Arial MT"/>
                <a:cs typeface="Arial MT"/>
              </a:rPr>
              <a:t>3,5,8,4,2</a:t>
            </a:r>
            <a:r>
              <a:rPr sz="1600" spc="-15" dirty="0">
                <a:solidFill>
                  <a:srgbClr val="EE220C"/>
                </a:solidFill>
                <a:latin typeface="Arial MT"/>
                <a:cs typeface="Arial MT"/>
              </a:rPr>
              <a:t> </a:t>
            </a:r>
            <a:r>
              <a:rPr sz="1600" spc="-50" dirty="0">
                <a:solidFill>
                  <a:srgbClr val="EE220C"/>
                </a:solidFill>
                <a:latin typeface="Arial MT"/>
                <a:cs typeface="Arial MT"/>
              </a:rPr>
              <a:t>}</a:t>
            </a:r>
            <a:endParaRPr sz="1600">
              <a:latin typeface="Arial MT"/>
              <a:cs typeface="Arial MT"/>
            </a:endParaRPr>
          </a:p>
        </p:txBody>
      </p:sp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129247" y="4673108"/>
            <a:ext cx="2747546" cy="829524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2730610" y="4377748"/>
            <a:ext cx="103505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spc="-50" dirty="0">
                <a:latin typeface="Arial MT"/>
                <a:cs typeface="Arial MT"/>
              </a:rPr>
              <a:t>0</a:t>
            </a:r>
            <a:endParaRPr sz="1100">
              <a:latin typeface="Arial MT"/>
              <a:cs typeface="Arial MT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3118976" y="4377748"/>
            <a:ext cx="452755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361950" algn="l"/>
              </a:tabLst>
            </a:pPr>
            <a:r>
              <a:rPr sz="1100" spc="-50" dirty="0">
                <a:latin typeface="Arial MT"/>
                <a:cs typeface="Arial MT"/>
              </a:rPr>
              <a:t>1</a:t>
            </a:r>
            <a:r>
              <a:rPr sz="1100" dirty="0">
                <a:latin typeface="Arial MT"/>
                <a:cs typeface="Arial MT"/>
              </a:rPr>
              <a:t>	</a:t>
            </a:r>
            <a:r>
              <a:rPr sz="1100" spc="-50" dirty="0">
                <a:latin typeface="Arial MT"/>
                <a:cs typeface="Arial MT"/>
              </a:rPr>
              <a:t>2</a:t>
            </a:r>
            <a:endParaRPr sz="1100">
              <a:latin typeface="Arial MT"/>
              <a:cs typeface="Arial MT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3934545" y="4377748"/>
            <a:ext cx="103505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spc="-50" dirty="0">
                <a:latin typeface="Arial MT"/>
                <a:cs typeface="Arial MT"/>
              </a:rPr>
              <a:t>3</a:t>
            </a:r>
            <a:endParaRPr sz="1100">
              <a:latin typeface="Arial MT"/>
              <a:cs typeface="Arial MT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4361747" y="4377748"/>
            <a:ext cx="103505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spc="-50" dirty="0">
                <a:latin typeface="Arial MT"/>
                <a:cs typeface="Arial MT"/>
              </a:rPr>
              <a:t>4</a:t>
            </a:r>
            <a:endParaRPr sz="1100">
              <a:latin typeface="Arial MT"/>
              <a:cs typeface="Arial MT"/>
            </a:endParaRPr>
          </a:p>
        </p:txBody>
      </p:sp>
      <p:sp>
        <p:nvSpPr>
          <p:cNvPr id="12" name="object 4"/>
          <p:cNvSpPr txBox="1"/>
          <p:nvPr/>
        </p:nvSpPr>
        <p:spPr>
          <a:xfrm>
            <a:off x="6223845" y="2557746"/>
            <a:ext cx="4618355" cy="14503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80340" indent="-167640">
              <a:lnSpc>
                <a:spcPct val="100000"/>
              </a:lnSpc>
              <a:spcBef>
                <a:spcPts val="100"/>
              </a:spcBef>
              <a:buChar char="•"/>
              <a:tabLst>
                <a:tab pos="180340" algn="l"/>
              </a:tabLst>
            </a:pPr>
            <a:r>
              <a:rPr sz="1600" dirty="0">
                <a:latin typeface="Arial MT"/>
                <a:cs typeface="Arial MT"/>
              </a:rPr>
              <a:t>The</a:t>
            </a:r>
            <a:r>
              <a:rPr sz="1600" spc="3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formula</a:t>
            </a:r>
            <a:r>
              <a:rPr sz="1600" spc="4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used</a:t>
            </a:r>
            <a:r>
              <a:rPr sz="1600" spc="3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by</a:t>
            </a:r>
            <a:r>
              <a:rPr sz="1600" spc="4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any</a:t>
            </a:r>
            <a:r>
              <a:rPr sz="1600" spc="3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compiler</a:t>
            </a:r>
            <a:r>
              <a:rPr sz="1600" spc="4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to</a:t>
            </a:r>
            <a:r>
              <a:rPr sz="1600" spc="3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convert</a:t>
            </a:r>
            <a:r>
              <a:rPr sz="1600" spc="4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it</a:t>
            </a:r>
            <a:r>
              <a:rPr sz="1600" spc="35" dirty="0">
                <a:latin typeface="Arial MT"/>
                <a:cs typeface="Arial MT"/>
              </a:rPr>
              <a:t> </a:t>
            </a:r>
            <a:r>
              <a:rPr sz="1600" spc="-25" dirty="0">
                <a:latin typeface="Arial MT"/>
                <a:cs typeface="Arial MT"/>
              </a:rPr>
              <a:t>is</a:t>
            </a:r>
            <a:endParaRPr sz="1600">
              <a:latin typeface="Arial MT"/>
              <a:cs typeface="Arial MT"/>
            </a:endParaRPr>
          </a:p>
          <a:p>
            <a:pPr marL="1938655">
              <a:lnSpc>
                <a:spcPct val="100000"/>
              </a:lnSpc>
              <a:spcBef>
                <a:spcPts val="1770"/>
              </a:spcBef>
            </a:pPr>
            <a:r>
              <a:rPr sz="1600" b="1" spc="-10" dirty="0">
                <a:solidFill>
                  <a:srgbClr val="EE220C"/>
                </a:solidFill>
                <a:latin typeface="Arial"/>
                <a:cs typeface="Arial"/>
              </a:rPr>
              <a:t>Addr(</a:t>
            </a:r>
            <a:r>
              <a:rPr sz="1600" b="1" spc="-30" dirty="0">
                <a:solidFill>
                  <a:srgbClr val="EE220C"/>
                </a:solidFill>
                <a:latin typeface="Arial"/>
                <a:cs typeface="Arial"/>
              </a:rPr>
              <a:t> </a:t>
            </a:r>
            <a:r>
              <a:rPr sz="1600" b="1" dirty="0">
                <a:solidFill>
                  <a:srgbClr val="EE220C"/>
                </a:solidFill>
                <a:latin typeface="Arial"/>
                <a:cs typeface="Arial"/>
              </a:rPr>
              <a:t>A[</a:t>
            </a:r>
            <a:r>
              <a:rPr sz="1600" b="1" spc="-25" dirty="0">
                <a:solidFill>
                  <a:srgbClr val="EE220C"/>
                </a:solidFill>
                <a:latin typeface="Arial"/>
                <a:cs typeface="Arial"/>
              </a:rPr>
              <a:t> </a:t>
            </a:r>
            <a:r>
              <a:rPr sz="1600" b="1" dirty="0">
                <a:solidFill>
                  <a:srgbClr val="EE220C"/>
                </a:solidFill>
                <a:latin typeface="Arial"/>
                <a:cs typeface="Arial"/>
              </a:rPr>
              <a:t>i</a:t>
            </a:r>
            <a:r>
              <a:rPr sz="1600" b="1" spc="-30" dirty="0">
                <a:solidFill>
                  <a:srgbClr val="EE220C"/>
                </a:solidFill>
                <a:latin typeface="Arial"/>
                <a:cs typeface="Arial"/>
              </a:rPr>
              <a:t> </a:t>
            </a:r>
            <a:r>
              <a:rPr sz="1600" b="1" dirty="0">
                <a:solidFill>
                  <a:srgbClr val="EE220C"/>
                </a:solidFill>
                <a:latin typeface="Arial"/>
                <a:cs typeface="Arial"/>
              </a:rPr>
              <a:t>]</a:t>
            </a:r>
            <a:r>
              <a:rPr sz="1600" b="1" spc="-25" dirty="0">
                <a:solidFill>
                  <a:srgbClr val="EE220C"/>
                </a:solidFill>
                <a:latin typeface="Arial"/>
                <a:cs typeface="Arial"/>
              </a:rPr>
              <a:t> </a:t>
            </a:r>
            <a:r>
              <a:rPr sz="1600" b="1" dirty="0">
                <a:solidFill>
                  <a:srgbClr val="EE220C"/>
                </a:solidFill>
                <a:latin typeface="Arial"/>
                <a:cs typeface="Arial"/>
              </a:rPr>
              <a:t>)</a:t>
            </a:r>
            <a:r>
              <a:rPr sz="1600" b="1" spc="-30" dirty="0">
                <a:solidFill>
                  <a:srgbClr val="EE220C"/>
                </a:solidFill>
                <a:latin typeface="Arial"/>
                <a:cs typeface="Arial"/>
              </a:rPr>
              <a:t> </a:t>
            </a:r>
            <a:r>
              <a:rPr sz="1600" b="1" dirty="0">
                <a:solidFill>
                  <a:srgbClr val="EE220C"/>
                </a:solidFill>
                <a:latin typeface="Arial"/>
                <a:cs typeface="Arial"/>
              </a:rPr>
              <a:t>=</a:t>
            </a:r>
            <a:r>
              <a:rPr sz="1600" b="1" spc="-25" dirty="0">
                <a:solidFill>
                  <a:srgbClr val="EE220C"/>
                </a:solidFill>
                <a:latin typeface="Arial"/>
                <a:cs typeface="Arial"/>
              </a:rPr>
              <a:t> </a:t>
            </a:r>
            <a:r>
              <a:rPr sz="1600" b="1" dirty="0">
                <a:solidFill>
                  <a:srgbClr val="EE220C"/>
                </a:solidFill>
                <a:latin typeface="Arial"/>
                <a:cs typeface="Arial"/>
              </a:rPr>
              <a:t>Lo</a:t>
            </a:r>
            <a:r>
              <a:rPr sz="1600" b="1" spc="-30" dirty="0">
                <a:solidFill>
                  <a:srgbClr val="EE220C"/>
                </a:solidFill>
                <a:latin typeface="Arial"/>
                <a:cs typeface="Arial"/>
              </a:rPr>
              <a:t> </a:t>
            </a:r>
            <a:r>
              <a:rPr sz="1600" b="1" dirty="0">
                <a:solidFill>
                  <a:srgbClr val="EE220C"/>
                </a:solidFill>
                <a:latin typeface="Arial"/>
                <a:cs typeface="Arial"/>
              </a:rPr>
              <a:t>+</a:t>
            </a:r>
            <a:r>
              <a:rPr sz="1600" b="1" spc="-25" dirty="0">
                <a:solidFill>
                  <a:srgbClr val="EE220C"/>
                </a:solidFill>
                <a:latin typeface="Arial"/>
                <a:cs typeface="Arial"/>
              </a:rPr>
              <a:t> </a:t>
            </a:r>
            <a:r>
              <a:rPr sz="1600" b="1" dirty="0">
                <a:solidFill>
                  <a:srgbClr val="EE220C"/>
                </a:solidFill>
                <a:latin typeface="Arial"/>
                <a:cs typeface="Arial"/>
              </a:rPr>
              <a:t>i</a:t>
            </a:r>
            <a:r>
              <a:rPr sz="1600" b="1" spc="-30" dirty="0">
                <a:solidFill>
                  <a:srgbClr val="EE220C"/>
                </a:solidFill>
                <a:latin typeface="Arial"/>
                <a:cs typeface="Arial"/>
              </a:rPr>
              <a:t> </a:t>
            </a:r>
            <a:r>
              <a:rPr sz="1600" b="1" dirty="0">
                <a:solidFill>
                  <a:srgbClr val="EE220C"/>
                </a:solidFill>
                <a:latin typeface="Arial"/>
                <a:cs typeface="Arial"/>
              </a:rPr>
              <a:t>*</a:t>
            </a:r>
            <a:r>
              <a:rPr sz="1600" b="1" spc="-25" dirty="0">
                <a:solidFill>
                  <a:srgbClr val="EE220C"/>
                </a:solidFill>
                <a:latin typeface="Arial"/>
                <a:cs typeface="Arial"/>
              </a:rPr>
              <a:t> </a:t>
            </a:r>
            <a:r>
              <a:rPr sz="1600" b="1" dirty="0">
                <a:solidFill>
                  <a:srgbClr val="EE220C"/>
                </a:solidFill>
                <a:latin typeface="Arial"/>
                <a:cs typeface="Arial"/>
              </a:rPr>
              <a:t>w</a:t>
            </a:r>
            <a:endParaRPr sz="16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6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16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sz="1600" spc="-10" dirty="0">
                <a:latin typeface="Arial MT"/>
                <a:cs typeface="Arial MT"/>
              </a:rPr>
              <a:t>Where</a:t>
            </a:r>
            <a:r>
              <a:rPr sz="1600" spc="-95" dirty="0">
                <a:latin typeface="Arial MT"/>
                <a:cs typeface="Arial MT"/>
              </a:rPr>
              <a:t> </a:t>
            </a:r>
            <a:r>
              <a:rPr sz="1600" spc="-50" dirty="0">
                <a:latin typeface="Arial MT"/>
                <a:cs typeface="Arial MT"/>
              </a:rPr>
              <a:t>;</a:t>
            </a:r>
            <a:endParaRPr sz="1600">
              <a:latin typeface="Arial MT"/>
              <a:cs typeface="Arial MT"/>
            </a:endParaRPr>
          </a:p>
        </p:txBody>
      </p:sp>
      <p:sp>
        <p:nvSpPr>
          <p:cNvPr id="13" name="object 5"/>
          <p:cNvSpPr txBox="1"/>
          <p:nvPr/>
        </p:nvSpPr>
        <p:spPr>
          <a:xfrm>
            <a:off x="6280334" y="4196046"/>
            <a:ext cx="458470" cy="726440"/>
          </a:xfrm>
          <a:prstGeom prst="rect">
            <a:avLst/>
          </a:prstGeom>
        </p:spPr>
        <p:txBody>
          <a:bodyPr vert="horz" wrap="square" lIns="0" tIns="33019" rIns="0" bIns="0" rtlCol="0">
            <a:spAutoFit/>
          </a:bodyPr>
          <a:lstStyle/>
          <a:p>
            <a:pPr marL="68580" marR="5080" indent="-56515">
              <a:lnSpc>
                <a:spcPts val="1800"/>
              </a:lnSpc>
              <a:spcBef>
                <a:spcPts val="259"/>
              </a:spcBef>
            </a:pPr>
            <a:r>
              <a:rPr sz="1600" dirty="0">
                <a:latin typeface="Arial MT"/>
                <a:cs typeface="Arial MT"/>
              </a:rPr>
              <a:t>Lo</a:t>
            </a:r>
            <a:r>
              <a:rPr sz="1600" spc="15" dirty="0">
                <a:latin typeface="Arial MT"/>
                <a:cs typeface="Arial MT"/>
              </a:rPr>
              <a:t> </a:t>
            </a:r>
            <a:r>
              <a:rPr sz="1600" spc="-25" dirty="0">
                <a:latin typeface="Arial MT"/>
                <a:cs typeface="Arial MT"/>
              </a:rPr>
              <a:t>is </a:t>
            </a:r>
            <a:r>
              <a:rPr sz="1600" spc="-50" dirty="0">
                <a:latin typeface="Arial MT"/>
                <a:cs typeface="Arial MT"/>
              </a:rPr>
              <a:t>i</a:t>
            </a:r>
            <a:endParaRPr sz="1600">
              <a:latin typeface="Arial MT"/>
              <a:cs typeface="Arial MT"/>
            </a:endParaRPr>
          </a:p>
          <a:p>
            <a:pPr marL="12700">
              <a:lnSpc>
                <a:spcPts val="1760"/>
              </a:lnSpc>
            </a:pPr>
            <a:r>
              <a:rPr sz="1600" spc="5" dirty="0">
                <a:latin typeface="Arial MT"/>
                <a:cs typeface="Arial MT"/>
              </a:rPr>
              <a:t>w</a:t>
            </a:r>
            <a:endParaRPr sz="1600">
              <a:latin typeface="Arial MT"/>
              <a:cs typeface="Arial MT"/>
            </a:endParaRPr>
          </a:p>
        </p:txBody>
      </p:sp>
      <p:sp>
        <p:nvSpPr>
          <p:cNvPr id="14" name="object 6"/>
          <p:cNvSpPr txBox="1"/>
          <p:nvPr/>
        </p:nvSpPr>
        <p:spPr>
          <a:xfrm>
            <a:off x="7420693" y="4196046"/>
            <a:ext cx="1741805" cy="7264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75260" indent="-135890">
              <a:lnSpc>
                <a:spcPts val="1860"/>
              </a:lnSpc>
              <a:spcBef>
                <a:spcPts val="100"/>
              </a:spcBef>
              <a:buChar char="-"/>
              <a:tabLst>
                <a:tab pos="175260" algn="l"/>
              </a:tabLst>
            </a:pPr>
            <a:r>
              <a:rPr sz="1600" dirty="0">
                <a:latin typeface="Arial MT"/>
                <a:cs typeface="Arial MT"/>
              </a:rPr>
              <a:t>base </a:t>
            </a:r>
            <a:r>
              <a:rPr sz="1600" spc="-10" dirty="0">
                <a:latin typeface="Arial MT"/>
                <a:cs typeface="Arial MT"/>
              </a:rPr>
              <a:t>address</a:t>
            </a:r>
            <a:endParaRPr sz="1600">
              <a:latin typeface="Arial MT"/>
              <a:cs typeface="Arial MT"/>
            </a:endParaRPr>
          </a:p>
          <a:p>
            <a:pPr marL="148590" indent="-135890">
              <a:lnSpc>
                <a:spcPts val="1800"/>
              </a:lnSpc>
              <a:buChar char="-"/>
              <a:tabLst>
                <a:tab pos="148590" algn="l"/>
              </a:tabLst>
            </a:pPr>
            <a:r>
              <a:rPr sz="1600" spc="-10" dirty="0">
                <a:latin typeface="Arial MT"/>
                <a:cs typeface="Arial MT"/>
              </a:rPr>
              <a:t>Index</a:t>
            </a:r>
            <a:endParaRPr sz="1600">
              <a:latin typeface="Arial MT"/>
              <a:cs typeface="Arial MT"/>
            </a:endParaRPr>
          </a:p>
          <a:p>
            <a:pPr marL="148590" indent="-135890">
              <a:lnSpc>
                <a:spcPts val="1860"/>
              </a:lnSpc>
              <a:buChar char="-"/>
              <a:tabLst>
                <a:tab pos="148590" algn="l"/>
              </a:tabLst>
            </a:pPr>
            <a:r>
              <a:rPr sz="1600" dirty="0">
                <a:latin typeface="Arial MT"/>
                <a:cs typeface="Arial MT"/>
              </a:rPr>
              <a:t>Size</a:t>
            </a:r>
            <a:r>
              <a:rPr sz="1600" spc="-2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of</a:t>
            </a:r>
            <a:r>
              <a:rPr sz="1600" spc="-2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Data</a:t>
            </a:r>
            <a:r>
              <a:rPr sz="1600" spc="-25" dirty="0">
                <a:latin typeface="Arial MT"/>
                <a:cs typeface="Arial MT"/>
              </a:rPr>
              <a:t> </a:t>
            </a:r>
            <a:r>
              <a:rPr sz="1600" spc="-45" dirty="0">
                <a:latin typeface="Arial MT"/>
                <a:cs typeface="Arial MT"/>
              </a:rPr>
              <a:t>Type</a:t>
            </a:r>
            <a:endParaRPr sz="1600">
              <a:latin typeface="Arial MT"/>
              <a:cs typeface="Arial MT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297364858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FDCBC1EE-8DE7-F8C6-2532-F1D6FA7B16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Array in Compilers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D39A056E-EB1C-0D34-9A78-7C519852A37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xmlns="" id="{515D149A-6DDC-75C8-A31D-A129A9CCF4DF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5" name="object 2"/>
          <p:cNvSpPr txBox="1"/>
          <p:nvPr/>
        </p:nvSpPr>
        <p:spPr>
          <a:xfrm>
            <a:off x="697251" y="1929724"/>
            <a:ext cx="10637290" cy="1192634"/>
          </a:xfrm>
          <a:prstGeom prst="rect">
            <a:avLst/>
          </a:prstGeom>
        </p:spPr>
        <p:txBody>
          <a:bodyPr vert="horz" wrap="square" lIns="0" tIns="33020" rIns="0" bIns="0" rtlCol="0">
            <a:spAutoFit/>
          </a:bodyPr>
          <a:lstStyle/>
          <a:p>
            <a:pPr marL="178435" marR="230504" indent="-166370">
              <a:lnSpc>
                <a:spcPts val="1800"/>
              </a:lnSpc>
              <a:spcBef>
                <a:spcPts val="260"/>
              </a:spcBef>
              <a:buChar char="•"/>
              <a:tabLst>
                <a:tab pos="178435" algn="l"/>
                <a:tab pos="179705" algn="l"/>
              </a:tabLst>
            </a:pPr>
            <a:r>
              <a:rPr sz="1600" dirty="0">
                <a:latin typeface="Arial MT"/>
                <a:cs typeface="Arial MT"/>
              </a:rPr>
              <a:t>	Base</a:t>
            </a:r>
            <a:r>
              <a:rPr sz="1600" spc="2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address</a:t>
            </a:r>
            <a:r>
              <a:rPr sz="1600" spc="2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of</a:t>
            </a:r>
            <a:r>
              <a:rPr sz="1600" spc="2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an</a:t>
            </a:r>
            <a:r>
              <a:rPr sz="1600" spc="2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array</a:t>
            </a:r>
            <a:r>
              <a:rPr sz="1600" spc="2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will</a:t>
            </a:r>
            <a:r>
              <a:rPr sz="1600" spc="2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be</a:t>
            </a:r>
            <a:r>
              <a:rPr sz="1600" spc="2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updated</a:t>
            </a:r>
            <a:r>
              <a:rPr sz="1600" spc="2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when</a:t>
            </a:r>
            <a:r>
              <a:rPr sz="1600" spc="2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the</a:t>
            </a:r>
            <a:r>
              <a:rPr sz="1600" spc="25" dirty="0">
                <a:latin typeface="Arial MT"/>
                <a:cs typeface="Arial MT"/>
              </a:rPr>
              <a:t> </a:t>
            </a:r>
            <a:r>
              <a:rPr sz="1600" spc="-10" dirty="0">
                <a:latin typeface="Arial MT"/>
                <a:cs typeface="Arial MT"/>
              </a:rPr>
              <a:t>program </a:t>
            </a:r>
            <a:r>
              <a:rPr sz="1600" dirty="0">
                <a:latin typeface="Arial MT"/>
                <a:cs typeface="Arial MT"/>
              </a:rPr>
              <a:t>starts</a:t>
            </a:r>
            <a:r>
              <a:rPr sz="1600" spc="1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running</a:t>
            </a:r>
            <a:r>
              <a:rPr sz="1600" spc="2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and</a:t>
            </a:r>
            <a:r>
              <a:rPr sz="1600" spc="1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once</a:t>
            </a:r>
            <a:r>
              <a:rPr sz="1600" spc="2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the</a:t>
            </a:r>
            <a:r>
              <a:rPr sz="1600" spc="1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memory</a:t>
            </a:r>
            <a:r>
              <a:rPr sz="1600" spc="2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is</a:t>
            </a:r>
            <a:r>
              <a:rPr sz="1600" spc="15" dirty="0">
                <a:latin typeface="Arial MT"/>
                <a:cs typeface="Arial MT"/>
              </a:rPr>
              <a:t> </a:t>
            </a:r>
            <a:r>
              <a:rPr sz="1600" spc="-10" dirty="0">
                <a:latin typeface="Arial MT"/>
                <a:cs typeface="Arial MT"/>
              </a:rPr>
              <a:t>allocated</a:t>
            </a:r>
            <a:endParaRPr sz="1600">
              <a:latin typeface="Arial MT"/>
              <a:cs typeface="Arial MT"/>
            </a:endParaRPr>
          </a:p>
          <a:p>
            <a:pPr marL="180340" indent="-167640">
              <a:lnSpc>
                <a:spcPct val="100000"/>
              </a:lnSpc>
              <a:spcBef>
                <a:spcPts val="1640"/>
              </a:spcBef>
              <a:buChar char="•"/>
              <a:tabLst>
                <a:tab pos="180340" algn="l"/>
              </a:tabLst>
            </a:pPr>
            <a:r>
              <a:rPr sz="1600" dirty="0">
                <a:latin typeface="Arial MT"/>
                <a:cs typeface="Arial MT"/>
              </a:rPr>
              <a:t>So</a:t>
            </a:r>
            <a:r>
              <a:rPr sz="1600" spc="2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the</a:t>
            </a:r>
            <a:r>
              <a:rPr sz="1600" spc="3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address</a:t>
            </a:r>
            <a:r>
              <a:rPr sz="1600" spc="3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of</a:t>
            </a:r>
            <a:r>
              <a:rPr sz="1600" spc="3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this</a:t>
            </a:r>
            <a:r>
              <a:rPr sz="1600" spc="3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is</a:t>
            </a:r>
            <a:r>
              <a:rPr sz="1600" spc="3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known</a:t>
            </a:r>
            <a:r>
              <a:rPr sz="1600" spc="3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during</a:t>
            </a:r>
            <a:r>
              <a:rPr sz="1600" spc="3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run</a:t>
            </a:r>
            <a:r>
              <a:rPr sz="1600" spc="30" dirty="0">
                <a:latin typeface="Arial MT"/>
                <a:cs typeface="Arial MT"/>
              </a:rPr>
              <a:t> </a:t>
            </a:r>
            <a:r>
              <a:rPr sz="1600" spc="-20" dirty="0">
                <a:latin typeface="Arial MT"/>
                <a:cs typeface="Arial MT"/>
              </a:rPr>
              <a:t>time</a:t>
            </a:r>
            <a:endParaRPr sz="16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buFont typeface="Arial MT"/>
              <a:buChar char="•"/>
            </a:pPr>
            <a:endParaRPr sz="1600">
              <a:latin typeface="Arial MT"/>
              <a:cs typeface="Arial MT"/>
            </a:endParaRPr>
          </a:p>
          <a:p>
            <a:pPr marL="178435" marR="5080" indent="-166370">
              <a:lnSpc>
                <a:spcPts val="1800"/>
              </a:lnSpc>
              <a:buChar char="•"/>
              <a:tabLst>
                <a:tab pos="178435" algn="l"/>
                <a:tab pos="179705" algn="l"/>
              </a:tabLst>
            </a:pPr>
            <a:r>
              <a:rPr sz="1600" dirty="0">
                <a:latin typeface="Arial MT"/>
                <a:cs typeface="Arial MT"/>
              </a:rPr>
              <a:t>	As the</a:t>
            </a:r>
            <a:r>
              <a:rPr sz="1600" spc="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base</a:t>
            </a:r>
            <a:r>
              <a:rPr sz="1600" spc="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address</a:t>
            </a:r>
            <a:r>
              <a:rPr sz="1600" spc="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is</a:t>
            </a:r>
            <a:r>
              <a:rPr sz="1600" spc="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relative</a:t>
            </a:r>
            <a:r>
              <a:rPr sz="1600" spc="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the</a:t>
            </a:r>
            <a:r>
              <a:rPr sz="1600" spc="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formula</a:t>
            </a:r>
            <a:r>
              <a:rPr sz="1600" spc="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for</a:t>
            </a:r>
            <a:r>
              <a:rPr sz="1600" spc="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it</a:t>
            </a:r>
            <a:r>
              <a:rPr sz="1600" spc="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is</a:t>
            </a:r>
            <a:r>
              <a:rPr sz="1600" spc="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also</a:t>
            </a:r>
            <a:r>
              <a:rPr sz="1600" spc="5" dirty="0">
                <a:latin typeface="Arial MT"/>
                <a:cs typeface="Arial MT"/>
              </a:rPr>
              <a:t> </a:t>
            </a:r>
            <a:r>
              <a:rPr sz="1600" spc="-10" dirty="0">
                <a:latin typeface="Arial MT"/>
                <a:cs typeface="Arial MT"/>
              </a:rPr>
              <a:t>relative formula</a:t>
            </a:r>
            <a:endParaRPr sz="1600">
              <a:latin typeface="Arial MT"/>
              <a:cs typeface="Arial MT"/>
            </a:endParaRPr>
          </a:p>
        </p:txBody>
      </p:sp>
      <p:sp>
        <p:nvSpPr>
          <p:cNvPr id="16" name="object 3"/>
          <p:cNvSpPr txBox="1"/>
          <p:nvPr/>
        </p:nvSpPr>
        <p:spPr>
          <a:xfrm>
            <a:off x="697251" y="4215724"/>
            <a:ext cx="10536805" cy="974626"/>
          </a:xfrm>
          <a:prstGeom prst="rect">
            <a:avLst/>
          </a:prstGeom>
        </p:spPr>
        <p:txBody>
          <a:bodyPr vert="horz" wrap="square" lIns="0" tIns="33020" rIns="0" bIns="0" rtlCol="0">
            <a:spAutoFit/>
          </a:bodyPr>
          <a:lstStyle/>
          <a:p>
            <a:pPr marL="178435" marR="5080" indent="-166370">
              <a:lnSpc>
                <a:spcPts val="1800"/>
              </a:lnSpc>
              <a:spcBef>
                <a:spcPts val="260"/>
              </a:spcBef>
              <a:buChar char="•"/>
              <a:tabLst>
                <a:tab pos="178435" algn="l"/>
                <a:tab pos="179705" algn="l"/>
              </a:tabLst>
            </a:pPr>
            <a:r>
              <a:rPr sz="1600" dirty="0">
                <a:latin typeface="Arial MT"/>
                <a:cs typeface="Arial MT"/>
              </a:rPr>
              <a:t>	Suppose a in</a:t>
            </a:r>
            <a:r>
              <a:rPr sz="1600" spc="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a different</a:t>
            </a:r>
            <a:r>
              <a:rPr sz="1600" spc="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language if</a:t>
            </a:r>
            <a:r>
              <a:rPr sz="1600" spc="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the index</a:t>
            </a:r>
            <a:r>
              <a:rPr sz="1600" spc="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value starts</a:t>
            </a:r>
            <a:r>
              <a:rPr sz="1600" spc="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from </a:t>
            </a:r>
            <a:r>
              <a:rPr sz="1600" spc="-50" dirty="0">
                <a:latin typeface="Arial MT"/>
                <a:cs typeface="Arial MT"/>
              </a:rPr>
              <a:t>1 </a:t>
            </a:r>
            <a:r>
              <a:rPr sz="1600" dirty="0">
                <a:latin typeface="Arial MT"/>
                <a:cs typeface="Arial MT"/>
              </a:rPr>
              <a:t>then</a:t>
            </a:r>
            <a:r>
              <a:rPr sz="1600" spc="2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the</a:t>
            </a:r>
            <a:r>
              <a:rPr sz="1600" spc="3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formula</a:t>
            </a:r>
            <a:r>
              <a:rPr sz="1600" spc="2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for</a:t>
            </a:r>
            <a:r>
              <a:rPr sz="1600" spc="3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the</a:t>
            </a:r>
            <a:r>
              <a:rPr sz="1600" spc="2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compiler</a:t>
            </a:r>
            <a:r>
              <a:rPr sz="1600" spc="3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is</a:t>
            </a:r>
            <a:r>
              <a:rPr sz="1600" spc="2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as</a:t>
            </a:r>
            <a:r>
              <a:rPr sz="1600" spc="30" dirty="0">
                <a:latin typeface="Arial MT"/>
                <a:cs typeface="Arial MT"/>
              </a:rPr>
              <a:t> </a:t>
            </a:r>
            <a:r>
              <a:rPr sz="1600" spc="-10" dirty="0">
                <a:latin typeface="Arial MT"/>
                <a:cs typeface="Arial MT"/>
              </a:rPr>
              <a:t>follows</a:t>
            </a:r>
            <a:endParaRPr sz="16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689"/>
              </a:spcBef>
            </a:pPr>
            <a:endParaRPr sz="1600">
              <a:latin typeface="Arial MT"/>
              <a:cs typeface="Arial MT"/>
            </a:endParaRPr>
          </a:p>
          <a:p>
            <a:pPr marL="114935" algn="ctr">
              <a:lnSpc>
                <a:spcPct val="100000"/>
              </a:lnSpc>
            </a:pPr>
            <a:r>
              <a:rPr sz="1600" b="1" spc="-10" dirty="0">
                <a:solidFill>
                  <a:srgbClr val="EE220C"/>
                </a:solidFill>
                <a:latin typeface="Arial"/>
                <a:cs typeface="Arial"/>
              </a:rPr>
              <a:t>Addr(</a:t>
            </a:r>
            <a:r>
              <a:rPr sz="1600" b="1" spc="-35" dirty="0">
                <a:solidFill>
                  <a:srgbClr val="EE220C"/>
                </a:solidFill>
                <a:latin typeface="Arial"/>
                <a:cs typeface="Arial"/>
              </a:rPr>
              <a:t> </a:t>
            </a:r>
            <a:r>
              <a:rPr sz="1600" b="1" dirty="0">
                <a:solidFill>
                  <a:srgbClr val="EE220C"/>
                </a:solidFill>
                <a:latin typeface="Arial"/>
                <a:cs typeface="Arial"/>
              </a:rPr>
              <a:t>A[</a:t>
            </a:r>
            <a:r>
              <a:rPr sz="1600" b="1" spc="-30" dirty="0">
                <a:solidFill>
                  <a:srgbClr val="EE220C"/>
                </a:solidFill>
                <a:latin typeface="Arial"/>
                <a:cs typeface="Arial"/>
              </a:rPr>
              <a:t> </a:t>
            </a:r>
            <a:r>
              <a:rPr sz="1600" b="1" dirty="0">
                <a:solidFill>
                  <a:srgbClr val="EE220C"/>
                </a:solidFill>
                <a:latin typeface="Arial"/>
                <a:cs typeface="Arial"/>
              </a:rPr>
              <a:t>i</a:t>
            </a:r>
            <a:r>
              <a:rPr sz="1600" b="1" spc="-30" dirty="0">
                <a:solidFill>
                  <a:srgbClr val="EE220C"/>
                </a:solidFill>
                <a:latin typeface="Arial"/>
                <a:cs typeface="Arial"/>
              </a:rPr>
              <a:t> </a:t>
            </a:r>
            <a:r>
              <a:rPr sz="1600" b="1" dirty="0">
                <a:solidFill>
                  <a:srgbClr val="EE220C"/>
                </a:solidFill>
                <a:latin typeface="Arial"/>
                <a:cs typeface="Arial"/>
              </a:rPr>
              <a:t>]</a:t>
            </a:r>
            <a:r>
              <a:rPr sz="1600" b="1" spc="-30" dirty="0">
                <a:solidFill>
                  <a:srgbClr val="EE220C"/>
                </a:solidFill>
                <a:latin typeface="Arial"/>
                <a:cs typeface="Arial"/>
              </a:rPr>
              <a:t> </a:t>
            </a:r>
            <a:r>
              <a:rPr sz="1600" b="1" dirty="0">
                <a:solidFill>
                  <a:srgbClr val="EE220C"/>
                </a:solidFill>
                <a:latin typeface="Arial"/>
                <a:cs typeface="Arial"/>
              </a:rPr>
              <a:t>)</a:t>
            </a:r>
            <a:r>
              <a:rPr sz="1600" b="1" spc="-30" dirty="0">
                <a:solidFill>
                  <a:srgbClr val="EE220C"/>
                </a:solidFill>
                <a:latin typeface="Arial"/>
                <a:cs typeface="Arial"/>
              </a:rPr>
              <a:t> </a:t>
            </a:r>
            <a:r>
              <a:rPr sz="1600" b="1" dirty="0">
                <a:solidFill>
                  <a:srgbClr val="EE220C"/>
                </a:solidFill>
                <a:latin typeface="Arial"/>
                <a:cs typeface="Arial"/>
              </a:rPr>
              <a:t>=</a:t>
            </a:r>
            <a:r>
              <a:rPr sz="1600" b="1" spc="-30" dirty="0">
                <a:solidFill>
                  <a:srgbClr val="EE220C"/>
                </a:solidFill>
                <a:latin typeface="Arial"/>
                <a:cs typeface="Arial"/>
              </a:rPr>
              <a:t> </a:t>
            </a:r>
            <a:r>
              <a:rPr sz="1600" b="1" dirty="0">
                <a:solidFill>
                  <a:srgbClr val="EE220C"/>
                </a:solidFill>
                <a:latin typeface="Arial"/>
                <a:cs typeface="Arial"/>
              </a:rPr>
              <a:t>Lo</a:t>
            </a:r>
            <a:r>
              <a:rPr sz="1600" b="1" spc="-30" dirty="0">
                <a:solidFill>
                  <a:srgbClr val="EE220C"/>
                </a:solidFill>
                <a:latin typeface="Arial"/>
                <a:cs typeface="Arial"/>
              </a:rPr>
              <a:t> </a:t>
            </a:r>
            <a:r>
              <a:rPr sz="1600" b="1" dirty="0">
                <a:solidFill>
                  <a:srgbClr val="EE220C"/>
                </a:solidFill>
                <a:latin typeface="Arial"/>
                <a:cs typeface="Arial"/>
              </a:rPr>
              <a:t>+</a:t>
            </a:r>
            <a:r>
              <a:rPr sz="1600" b="1" spc="-30" dirty="0">
                <a:solidFill>
                  <a:srgbClr val="EE220C"/>
                </a:solidFill>
                <a:latin typeface="Arial"/>
                <a:cs typeface="Arial"/>
              </a:rPr>
              <a:t> </a:t>
            </a:r>
            <a:r>
              <a:rPr sz="1600" b="1" dirty="0">
                <a:solidFill>
                  <a:srgbClr val="EE220C"/>
                </a:solidFill>
                <a:latin typeface="Arial"/>
                <a:cs typeface="Arial"/>
              </a:rPr>
              <a:t>(</a:t>
            </a:r>
            <a:r>
              <a:rPr sz="1600" b="1" spc="-30" dirty="0">
                <a:solidFill>
                  <a:srgbClr val="EE220C"/>
                </a:solidFill>
                <a:latin typeface="Arial"/>
                <a:cs typeface="Arial"/>
              </a:rPr>
              <a:t> </a:t>
            </a:r>
            <a:r>
              <a:rPr sz="1600" b="1" dirty="0">
                <a:solidFill>
                  <a:srgbClr val="EE220C"/>
                </a:solidFill>
                <a:latin typeface="Arial"/>
                <a:cs typeface="Arial"/>
              </a:rPr>
              <a:t>i</a:t>
            </a:r>
            <a:r>
              <a:rPr sz="1600" b="1" spc="-30" dirty="0">
                <a:solidFill>
                  <a:srgbClr val="EE220C"/>
                </a:solidFill>
                <a:latin typeface="Arial"/>
                <a:cs typeface="Arial"/>
              </a:rPr>
              <a:t> </a:t>
            </a:r>
            <a:r>
              <a:rPr sz="1600" b="1" dirty="0">
                <a:solidFill>
                  <a:srgbClr val="EE220C"/>
                </a:solidFill>
                <a:latin typeface="Arial"/>
                <a:cs typeface="Arial"/>
              </a:rPr>
              <a:t>-</a:t>
            </a:r>
            <a:r>
              <a:rPr sz="1600" b="1" spc="70" dirty="0">
                <a:solidFill>
                  <a:srgbClr val="EE220C"/>
                </a:solidFill>
                <a:latin typeface="Arial"/>
                <a:cs typeface="Arial"/>
              </a:rPr>
              <a:t>1</a:t>
            </a:r>
            <a:r>
              <a:rPr sz="1600" b="1" spc="-30" dirty="0">
                <a:solidFill>
                  <a:srgbClr val="EE220C"/>
                </a:solidFill>
                <a:latin typeface="Arial"/>
                <a:cs typeface="Arial"/>
              </a:rPr>
              <a:t> </a:t>
            </a:r>
            <a:r>
              <a:rPr sz="1600" b="1" dirty="0">
                <a:solidFill>
                  <a:srgbClr val="EE220C"/>
                </a:solidFill>
                <a:latin typeface="Arial"/>
                <a:cs typeface="Arial"/>
              </a:rPr>
              <a:t>)*</a:t>
            </a:r>
            <a:r>
              <a:rPr sz="1600" b="1" spc="-30" dirty="0">
                <a:solidFill>
                  <a:srgbClr val="EE220C"/>
                </a:solidFill>
                <a:latin typeface="Arial"/>
                <a:cs typeface="Arial"/>
              </a:rPr>
              <a:t> </a:t>
            </a:r>
            <a:r>
              <a:rPr sz="1600" b="1" dirty="0">
                <a:solidFill>
                  <a:srgbClr val="EE220C"/>
                </a:solidFill>
                <a:latin typeface="Arial"/>
                <a:cs typeface="Arial"/>
              </a:rPr>
              <a:t>w</a:t>
            </a:r>
            <a:endParaRPr sz="160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297364858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BBDB2212-65DC-A038-57AF-A0DD7E7003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Operations on Arrays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A748FE8E-7936-F0CD-D01E-A1C3609B4C5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xmlns="" id="{942C748F-E808-44A6-3F66-FDFF2F20010F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32770" name="Picture 2" descr="Array in C: Why Programmers Need to Master It in 2025!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827086" y="1432559"/>
            <a:ext cx="4506913" cy="4506913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xmlns="" val="55739069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BBDB2212-65DC-A038-57AF-A0DD7E7003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Operations on Arrays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A748FE8E-7936-F0CD-D01E-A1C3609B4C5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xmlns="" id="{942C748F-E808-44A6-3F66-FDFF2F20010F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8370" name="Picture 2" descr="What is an Array? Everything You Should Know"/>
          <p:cNvPicPr>
            <a:picLocks noChangeAspect="1" noChangeArrowheads="1"/>
          </p:cNvPicPr>
          <p:nvPr/>
        </p:nvPicPr>
        <p:blipFill>
          <a:blip r:embed="rId2"/>
          <a:srcRect t="8889"/>
          <a:stretch>
            <a:fillRect/>
          </a:stretch>
        </p:blipFill>
        <p:spPr bwMode="auto">
          <a:xfrm>
            <a:off x="521335" y="1889760"/>
            <a:ext cx="8096250" cy="390525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xmlns="" val="55739069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3674BF57-85B6-88C6-779E-A93F627462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>Application of Arrays: Matrix Multiplication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AB6594B7-8A7B-2F44-881F-09966EFB480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xmlns="" id="{B71A4659-D503-43A9-464A-B59CFADE5D4F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33794" name="Picture 2" descr="Multiply Two Matrices in C++ - GeeksforGeeks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50720" y="1785641"/>
            <a:ext cx="9525000" cy="3076575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xmlns="" val="261887051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3674BF57-85B6-88C6-779E-A93F627462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Application of Arrays: Character String Operation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AB6594B7-8A7B-2F44-881F-09966EFB480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xmlns="" id="{B71A4659-D503-43A9-464A-B59CFADE5D4F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0418" name="AutoShape 2" descr="What is an Array of Strings in C? - Scaler Topics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60420" name="AutoShape 4" descr="Array of Strings 1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60422" name="AutoShape 6" descr="Array of Strings 1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60423" name="Picture 7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84835" y="1357630"/>
            <a:ext cx="8602663" cy="4610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xmlns="" val="261887051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3674BF57-85B6-88C6-779E-A93F627462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Application of Arrays: Character String Operation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AB6594B7-8A7B-2F44-881F-09966EFB480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xmlns="" id="{B71A4659-D503-43A9-464A-B59CFADE5D4F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0418" name="AutoShape 2" descr="What is an Array of Strings in C? - Scaler Topics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60420" name="AutoShape 4" descr="Array of Strings 1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60422" name="AutoShape 6" descr="Array of Strings 1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xmlns="" id="{197C0724-35FE-DFD8-FDEA-773DEA7A680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58775" y="1500188"/>
            <a:ext cx="9137444" cy="4175125"/>
          </a:xfrm>
        </p:spPr>
        <p:txBody>
          <a:bodyPr>
            <a:normAutofit fontScale="62500" lnSpcReduction="20000"/>
          </a:bodyPr>
          <a:lstStyle/>
          <a:p>
            <a:r>
              <a:rPr smtClean="0"/>
              <a:t>#include &lt;stdio.h&gt;</a:t>
            </a:r>
          </a:p>
          <a:p>
            <a:r>
              <a:rPr smtClean="0"/>
              <a:t>#include &lt;string.h&gt;</a:t>
            </a:r>
          </a:p>
          <a:p>
            <a:endParaRPr smtClean="0"/>
          </a:p>
          <a:p>
            <a:r>
              <a:rPr smtClean="0"/>
              <a:t>int main()</a:t>
            </a:r>
          </a:p>
          <a:p>
            <a:r>
              <a:rPr smtClean="0"/>
              <a:t>{</a:t>
            </a:r>
          </a:p>
          <a:p>
            <a:r>
              <a:rPr smtClean="0"/>
              <a:t>    char car[5][20] = {"Mahindra", "Audi", "Lambhorgini", "Hyundai", "Tata Motors"};</a:t>
            </a:r>
          </a:p>
          <a:p>
            <a:r>
              <a:rPr smtClean="0"/>
              <a:t>    </a:t>
            </a:r>
          </a:p>
          <a:p>
            <a:r>
              <a:rPr smtClean="0"/>
              <a:t>    for(int itemNumber = 0 ; itemNumber &lt; 5 ; itemNumber++)</a:t>
            </a:r>
          </a:p>
          <a:p>
            <a:r>
              <a:rPr smtClean="0"/>
              <a:t>    {   //Iterate over selected string</a:t>
            </a:r>
          </a:p>
          <a:p>
            <a:r>
              <a:rPr smtClean="0"/>
              <a:t>        for(int characterPosition = 0 ; characterPosition &lt; strlen(car[itemNumber]) ; characterPosition++)</a:t>
            </a:r>
          </a:p>
          <a:p>
            <a:r>
              <a:rPr smtClean="0"/>
              <a:t>            printf("%c", car[itemNumber][characterPosition]);</a:t>
            </a:r>
          </a:p>
          <a:p>
            <a:r>
              <a:rPr smtClean="0"/>
              <a:t>            </a:t>
            </a:r>
          </a:p>
          <a:p>
            <a:r>
              <a:rPr smtClean="0"/>
              <a:t>        printf("\n");</a:t>
            </a:r>
          </a:p>
          <a:p>
            <a:r>
              <a:rPr smtClean="0"/>
              <a:t>    }</a:t>
            </a:r>
          </a:p>
          <a:p>
            <a:endParaRPr smtClean="0"/>
          </a:p>
          <a:p>
            <a:r>
              <a:rPr smtClean="0"/>
              <a:t>    return 0;</a:t>
            </a:r>
          </a:p>
          <a:p>
            <a:r>
              <a:rPr smtClean="0"/>
              <a:t>}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261887051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3674BF57-85B6-88C6-779E-A93F627462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Row Major Order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AB6594B7-8A7B-2F44-881F-09966EFB480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xmlns="" id="{B71A4659-D503-43A9-464A-B59CFADE5D4F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object 2"/>
          <p:cNvSpPr txBox="1"/>
          <p:nvPr/>
        </p:nvSpPr>
        <p:spPr>
          <a:xfrm>
            <a:off x="707300" y="1299450"/>
            <a:ext cx="3395345" cy="10636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65760" indent="-353060">
              <a:lnSpc>
                <a:spcPct val="100000"/>
              </a:lnSpc>
              <a:spcBef>
                <a:spcPts val="100"/>
              </a:spcBef>
              <a:tabLst>
                <a:tab pos="365760" algn="l"/>
              </a:tabLst>
            </a:pPr>
            <a:r>
              <a:rPr sz="1400" dirty="0">
                <a:solidFill>
                  <a:srgbClr val="EE220C"/>
                </a:solidFill>
                <a:latin typeface="Arial MT"/>
                <a:cs typeface="Arial MT"/>
              </a:rPr>
              <a:t>Row</a:t>
            </a:r>
            <a:r>
              <a:rPr sz="1400" spc="15" dirty="0">
                <a:solidFill>
                  <a:srgbClr val="EE220C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EE220C"/>
                </a:solidFill>
                <a:latin typeface="Arial MT"/>
                <a:cs typeface="Arial MT"/>
              </a:rPr>
              <a:t>major</a:t>
            </a:r>
            <a:r>
              <a:rPr sz="1400" spc="15" dirty="0">
                <a:solidFill>
                  <a:srgbClr val="EE220C"/>
                </a:solidFill>
                <a:latin typeface="Arial MT"/>
                <a:cs typeface="Arial MT"/>
              </a:rPr>
              <a:t> </a:t>
            </a:r>
            <a:r>
              <a:rPr sz="1400" spc="-10" dirty="0">
                <a:solidFill>
                  <a:srgbClr val="EE220C"/>
                </a:solidFill>
                <a:latin typeface="Arial MT"/>
                <a:cs typeface="Arial MT"/>
              </a:rPr>
              <a:t>mapping</a:t>
            </a:r>
            <a:endParaRPr sz="1400">
              <a:latin typeface="Arial MT"/>
              <a:cs typeface="Arial MT"/>
            </a:endParaRPr>
          </a:p>
          <a:p>
            <a:pPr marL="157480" lvl="1" indent="-144780">
              <a:lnSpc>
                <a:spcPct val="100000"/>
              </a:lnSpc>
              <a:spcBef>
                <a:spcPts val="1520"/>
              </a:spcBef>
              <a:buChar char="•"/>
              <a:tabLst>
                <a:tab pos="157480" algn="l"/>
              </a:tabLst>
            </a:pPr>
            <a:r>
              <a:rPr sz="1400" dirty="0">
                <a:latin typeface="Arial MT"/>
                <a:cs typeface="Arial MT"/>
              </a:rPr>
              <a:t>Here the</a:t>
            </a:r>
            <a:r>
              <a:rPr sz="1400" spc="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elements are</a:t>
            </a:r>
            <a:r>
              <a:rPr sz="1400" spc="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stored</a:t>
            </a:r>
            <a:r>
              <a:rPr sz="1400" spc="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row by</a:t>
            </a:r>
            <a:r>
              <a:rPr sz="1400" spc="5" dirty="0">
                <a:latin typeface="Arial MT"/>
                <a:cs typeface="Arial MT"/>
              </a:rPr>
              <a:t> </a:t>
            </a:r>
            <a:r>
              <a:rPr sz="1400" spc="-25" dirty="0">
                <a:latin typeface="Arial MT"/>
                <a:cs typeface="Arial MT"/>
              </a:rPr>
              <a:t>row</a:t>
            </a:r>
            <a:endParaRPr sz="1400">
              <a:latin typeface="Arial MT"/>
              <a:cs typeface="Arial MT"/>
            </a:endParaRPr>
          </a:p>
          <a:p>
            <a:pPr>
              <a:lnSpc>
                <a:spcPct val="100000"/>
              </a:lnSpc>
            </a:pPr>
            <a:endParaRPr sz="14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</a:pPr>
            <a:r>
              <a:rPr sz="1400" b="1" dirty="0">
                <a:solidFill>
                  <a:srgbClr val="0076BA"/>
                </a:solidFill>
                <a:latin typeface="Arial"/>
                <a:cs typeface="Arial"/>
              </a:rPr>
              <a:t>Example </a:t>
            </a:r>
            <a:r>
              <a:rPr sz="1400" b="1" spc="-50" dirty="0">
                <a:solidFill>
                  <a:srgbClr val="0076BA"/>
                </a:solidFill>
                <a:latin typeface="Arial"/>
                <a:cs typeface="Arial"/>
              </a:rPr>
              <a:t>:</a:t>
            </a:r>
            <a:endParaRPr sz="1400">
              <a:latin typeface="Arial"/>
              <a:cs typeface="Arial"/>
            </a:endParaRPr>
          </a:p>
        </p:txBody>
      </p:sp>
      <p:sp>
        <p:nvSpPr>
          <p:cNvPr id="7" name="object 3"/>
          <p:cNvSpPr txBox="1"/>
          <p:nvPr/>
        </p:nvSpPr>
        <p:spPr>
          <a:xfrm>
            <a:off x="5360580" y="3861789"/>
            <a:ext cx="4659630" cy="91376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67005" indent="-154305">
              <a:lnSpc>
                <a:spcPct val="100000"/>
              </a:lnSpc>
              <a:spcBef>
                <a:spcPts val="100"/>
              </a:spcBef>
              <a:buChar char="•"/>
              <a:tabLst>
                <a:tab pos="167005" algn="l"/>
              </a:tabLst>
            </a:pPr>
            <a:r>
              <a:rPr sz="1500" spc="-10" dirty="0">
                <a:latin typeface="Arial MT"/>
                <a:cs typeface="Arial MT"/>
              </a:rPr>
              <a:t>The</a:t>
            </a:r>
            <a:r>
              <a:rPr sz="1500" spc="-15" dirty="0">
                <a:latin typeface="Arial MT"/>
                <a:cs typeface="Arial MT"/>
              </a:rPr>
              <a:t> </a:t>
            </a:r>
            <a:r>
              <a:rPr sz="1500" dirty="0">
                <a:latin typeface="Arial MT"/>
                <a:cs typeface="Arial MT"/>
              </a:rPr>
              <a:t>formula</a:t>
            </a:r>
            <a:r>
              <a:rPr sz="1500" spc="-10" dirty="0">
                <a:latin typeface="Arial MT"/>
                <a:cs typeface="Arial MT"/>
              </a:rPr>
              <a:t> </a:t>
            </a:r>
            <a:r>
              <a:rPr sz="1500" dirty="0">
                <a:latin typeface="Arial MT"/>
                <a:cs typeface="Arial MT"/>
              </a:rPr>
              <a:t>for</a:t>
            </a:r>
            <a:r>
              <a:rPr sz="1500" spc="-10" dirty="0">
                <a:latin typeface="Arial MT"/>
                <a:cs typeface="Arial MT"/>
              </a:rPr>
              <a:t> </a:t>
            </a:r>
            <a:r>
              <a:rPr sz="1500" dirty="0">
                <a:latin typeface="Arial MT"/>
                <a:cs typeface="Arial MT"/>
              </a:rPr>
              <a:t>accessing</a:t>
            </a:r>
            <a:r>
              <a:rPr sz="1500" spc="-15" dirty="0">
                <a:latin typeface="Arial MT"/>
                <a:cs typeface="Arial MT"/>
              </a:rPr>
              <a:t> </a:t>
            </a:r>
            <a:r>
              <a:rPr sz="1500" dirty="0">
                <a:latin typeface="Arial MT"/>
                <a:cs typeface="Arial MT"/>
              </a:rPr>
              <a:t>this</a:t>
            </a:r>
            <a:r>
              <a:rPr sz="1500" spc="-10" dirty="0">
                <a:latin typeface="Arial MT"/>
                <a:cs typeface="Arial MT"/>
              </a:rPr>
              <a:t> </a:t>
            </a:r>
            <a:r>
              <a:rPr sz="1500" dirty="0">
                <a:latin typeface="Arial MT"/>
                <a:cs typeface="Arial MT"/>
              </a:rPr>
              <a:t>2D</a:t>
            </a:r>
            <a:r>
              <a:rPr sz="1500" spc="-10" dirty="0">
                <a:latin typeface="Arial MT"/>
                <a:cs typeface="Arial MT"/>
              </a:rPr>
              <a:t> </a:t>
            </a:r>
            <a:r>
              <a:rPr sz="1500" dirty="0">
                <a:latin typeface="Arial MT"/>
                <a:cs typeface="Arial MT"/>
              </a:rPr>
              <a:t>array</a:t>
            </a:r>
            <a:r>
              <a:rPr sz="1500" spc="-15" dirty="0">
                <a:latin typeface="Arial MT"/>
                <a:cs typeface="Arial MT"/>
              </a:rPr>
              <a:t> </a:t>
            </a:r>
            <a:r>
              <a:rPr sz="1500" spc="-25" dirty="0">
                <a:latin typeface="Arial MT"/>
                <a:cs typeface="Arial MT"/>
              </a:rPr>
              <a:t>is</a:t>
            </a:r>
            <a:endParaRPr sz="15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664"/>
              </a:spcBef>
            </a:pPr>
            <a:endParaRPr sz="1500">
              <a:latin typeface="Arial MT"/>
              <a:cs typeface="Arial MT"/>
            </a:endParaRPr>
          </a:p>
          <a:p>
            <a:pPr marL="1498600">
              <a:lnSpc>
                <a:spcPct val="100000"/>
              </a:lnSpc>
            </a:pPr>
            <a:r>
              <a:rPr sz="1500" b="1" spc="-20" dirty="0">
                <a:solidFill>
                  <a:srgbClr val="EE220C"/>
                </a:solidFill>
                <a:latin typeface="Arial"/>
                <a:cs typeface="Arial"/>
              </a:rPr>
              <a:t>Add(</a:t>
            </a:r>
            <a:r>
              <a:rPr sz="1500" b="1" spc="-15" dirty="0">
                <a:solidFill>
                  <a:srgbClr val="EE220C"/>
                </a:solidFill>
                <a:latin typeface="Arial"/>
                <a:cs typeface="Arial"/>
              </a:rPr>
              <a:t> </a:t>
            </a:r>
            <a:r>
              <a:rPr sz="1500" b="1" dirty="0">
                <a:solidFill>
                  <a:srgbClr val="EE220C"/>
                </a:solidFill>
                <a:latin typeface="Arial"/>
                <a:cs typeface="Arial"/>
              </a:rPr>
              <a:t>A[</a:t>
            </a:r>
            <a:r>
              <a:rPr sz="1500" b="1" spc="-10" dirty="0">
                <a:solidFill>
                  <a:srgbClr val="EE220C"/>
                </a:solidFill>
                <a:latin typeface="Arial"/>
                <a:cs typeface="Arial"/>
              </a:rPr>
              <a:t> </a:t>
            </a:r>
            <a:r>
              <a:rPr sz="1500" b="1" dirty="0">
                <a:solidFill>
                  <a:srgbClr val="EE220C"/>
                </a:solidFill>
                <a:latin typeface="Arial"/>
                <a:cs typeface="Arial"/>
              </a:rPr>
              <a:t>i</a:t>
            </a:r>
            <a:r>
              <a:rPr sz="1500" b="1" spc="-10" dirty="0">
                <a:solidFill>
                  <a:srgbClr val="EE220C"/>
                </a:solidFill>
                <a:latin typeface="Arial"/>
                <a:cs typeface="Arial"/>
              </a:rPr>
              <a:t> </a:t>
            </a:r>
            <a:r>
              <a:rPr sz="1500" b="1" dirty="0">
                <a:solidFill>
                  <a:srgbClr val="EE220C"/>
                </a:solidFill>
                <a:latin typeface="Arial"/>
                <a:cs typeface="Arial"/>
              </a:rPr>
              <a:t>]</a:t>
            </a:r>
            <a:r>
              <a:rPr sz="1500" b="1" spc="-10" dirty="0">
                <a:solidFill>
                  <a:srgbClr val="EE220C"/>
                </a:solidFill>
                <a:latin typeface="Arial"/>
                <a:cs typeface="Arial"/>
              </a:rPr>
              <a:t> </a:t>
            </a:r>
            <a:r>
              <a:rPr sz="1500" b="1" dirty="0">
                <a:solidFill>
                  <a:srgbClr val="EE220C"/>
                </a:solidFill>
                <a:latin typeface="Arial"/>
                <a:cs typeface="Arial"/>
              </a:rPr>
              <a:t>[</a:t>
            </a:r>
            <a:r>
              <a:rPr sz="1500" b="1" spc="-15" dirty="0">
                <a:solidFill>
                  <a:srgbClr val="EE220C"/>
                </a:solidFill>
                <a:latin typeface="Arial"/>
                <a:cs typeface="Arial"/>
              </a:rPr>
              <a:t> </a:t>
            </a:r>
            <a:r>
              <a:rPr sz="1500" b="1" dirty="0">
                <a:solidFill>
                  <a:srgbClr val="EE220C"/>
                </a:solidFill>
                <a:latin typeface="Arial"/>
                <a:cs typeface="Arial"/>
              </a:rPr>
              <a:t>j</a:t>
            </a:r>
            <a:r>
              <a:rPr sz="1500" b="1" spc="-10" dirty="0">
                <a:solidFill>
                  <a:srgbClr val="EE220C"/>
                </a:solidFill>
                <a:latin typeface="Arial"/>
                <a:cs typeface="Arial"/>
              </a:rPr>
              <a:t> </a:t>
            </a:r>
            <a:r>
              <a:rPr sz="1500" b="1" dirty="0">
                <a:solidFill>
                  <a:srgbClr val="EE220C"/>
                </a:solidFill>
                <a:latin typeface="Arial"/>
                <a:cs typeface="Arial"/>
              </a:rPr>
              <a:t>])</a:t>
            </a:r>
            <a:r>
              <a:rPr sz="1500" b="1" spc="-10" dirty="0">
                <a:solidFill>
                  <a:srgbClr val="EE220C"/>
                </a:solidFill>
                <a:latin typeface="Arial"/>
                <a:cs typeface="Arial"/>
              </a:rPr>
              <a:t> </a:t>
            </a:r>
            <a:r>
              <a:rPr sz="1500" b="1" dirty="0">
                <a:solidFill>
                  <a:srgbClr val="EE220C"/>
                </a:solidFill>
                <a:latin typeface="Arial"/>
                <a:cs typeface="Arial"/>
              </a:rPr>
              <a:t>=</a:t>
            </a:r>
            <a:r>
              <a:rPr sz="1500" b="1" spc="-10" dirty="0">
                <a:solidFill>
                  <a:srgbClr val="EE220C"/>
                </a:solidFill>
                <a:latin typeface="Arial"/>
                <a:cs typeface="Arial"/>
              </a:rPr>
              <a:t> </a:t>
            </a:r>
            <a:r>
              <a:rPr sz="1500" b="1" dirty="0">
                <a:solidFill>
                  <a:srgbClr val="EE220C"/>
                </a:solidFill>
                <a:latin typeface="Arial"/>
                <a:cs typeface="Arial"/>
              </a:rPr>
              <a:t>L</a:t>
            </a:r>
            <a:r>
              <a:rPr sz="1000" b="1" dirty="0">
                <a:solidFill>
                  <a:srgbClr val="EE220C"/>
                </a:solidFill>
                <a:latin typeface="Arial"/>
                <a:cs typeface="Arial"/>
              </a:rPr>
              <a:t>0</a:t>
            </a:r>
            <a:r>
              <a:rPr sz="1000" b="1" spc="125" dirty="0">
                <a:solidFill>
                  <a:srgbClr val="EE220C"/>
                </a:solidFill>
                <a:latin typeface="Arial"/>
                <a:cs typeface="Arial"/>
              </a:rPr>
              <a:t> </a:t>
            </a:r>
            <a:r>
              <a:rPr sz="1500" b="1" dirty="0">
                <a:solidFill>
                  <a:srgbClr val="EE220C"/>
                </a:solidFill>
                <a:latin typeface="Arial"/>
                <a:cs typeface="Arial"/>
              </a:rPr>
              <a:t>+</a:t>
            </a:r>
            <a:r>
              <a:rPr sz="1500" b="1" spc="-15" dirty="0">
                <a:solidFill>
                  <a:srgbClr val="EE220C"/>
                </a:solidFill>
                <a:latin typeface="Arial"/>
                <a:cs typeface="Arial"/>
              </a:rPr>
              <a:t> </a:t>
            </a:r>
            <a:r>
              <a:rPr sz="1500" b="1" dirty="0">
                <a:solidFill>
                  <a:srgbClr val="EE220C"/>
                </a:solidFill>
                <a:latin typeface="Arial"/>
                <a:cs typeface="Arial"/>
              </a:rPr>
              <a:t>[</a:t>
            </a:r>
            <a:r>
              <a:rPr sz="1500" b="1" spc="-10" dirty="0">
                <a:solidFill>
                  <a:srgbClr val="EE220C"/>
                </a:solidFill>
                <a:latin typeface="Arial"/>
                <a:cs typeface="Arial"/>
              </a:rPr>
              <a:t> </a:t>
            </a:r>
            <a:r>
              <a:rPr sz="1500" b="1" dirty="0">
                <a:solidFill>
                  <a:srgbClr val="EE220C"/>
                </a:solidFill>
                <a:latin typeface="Arial"/>
                <a:cs typeface="Arial"/>
              </a:rPr>
              <a:t>i</a:t>
            </a:r>
            <a:r>
              <a:rPr sz="1500" b="1" spc="-10" dirty="0">
                <a:solidFill>
                  <a:srgbClr val="EE220C"/>
                </a:solidFill>
                <a:latin typeface="Arial"/>
                <a:cs typeface="Arial"/>
              </a:rPr>
              <a:t> </a:t>
            </a:r>
            <a:r>
              <a:rPr sz="1500" b="1" dirty="0">
                <a:solidFill>
                  <a:srgbClr val="EE220C"/>
                </a:solidFill>
                <a:latin typeface="Arial"/>
                <a:cs typeface="Arial"/>
              </a:rPr>
              <a:t>*</a:t>
            </a:r>
            <a:r>
              <a:rPr sz="1500" b="1" spc="-10" dirty="0">
                <a:solidFill>
                  <a:srgbClr val="EE220C"/>
                </a:solidFill>
                <a:latin typeface="Arial"/>
                <a:cs typeface="Arial"/>
              </a:rPr>
              <a:t> </a:t>
            </a:r>
            <a:r>
              <a:rPr sz="1500" b="1" dirty="0">
                <a:solidFill>
                  <a:srgbClr val="EE220C"/>
                </a:solidFill>
                <a:latin typeface="Arial"/>
                <a:cs typeface="Arial"/>
              </a:rPr>
              <a:t>n</a:t>
            </a:r>
            <a:r>
              <a:rPr sz="1500" b="1" spc="-15" dirty="0">
                <a:solidFill>
                  <a:srgbClr val="EE220C"/>
                </a:solidFill>
                <a:latin typeface="Arial"/>
                <a:cs typeface="Arial"/>
              </a:rPr>
              <a:t> </a:t>
            </a:r>
            <a:r>
              <a:rPr sz="1500" b="1" dirty="0">
                <a:solidFill>
                  <a:srgbClr val="EE220C"/>
                </a:solidFill>
                <a:latin typeface="Arial"/>
                <a:cs typeface="Arial"/>
              </a:rPr>
              <a:t>+</a:t>
            </a:r>
            <a:r>
              <a:rPr sz="1500" b="1" spc="-10" dirty="0">
                <a:solidFill>
                  <a:srgbClr val="EE220C"/>
                </a:solidFill>
                <a:latin typeface="Arial"/>
                <a:cs typeface="Arial"/>
              </a:rPr>
              <a:t> </a:t>
            </a:r>
            <a:r>
              <a:rPr sz="1500" b="1" dirty="0">
                <a:solidFill>
                  <a:srgbClr val="EE220C"/>
                </a:solidFill>
                <a:latin typeface="Arial"/>
                <a:cs typeface="Arial"/>
              </a:rPr>
              <a:t>j</a:t>
            </a:r>
            <a:r>
              <a:rPr sz="1500" b="1" spc="390" dirty="0">
                <a:solidFill>
                  <a:srgbClr val="EE220C"/>
                </a:solidFill>
                <a:latin typeface="Arial"/>
                <a:cs typeface="Arial"/>
              </a:rPr>
              <a:t> </a:t>
            </a:r>
            <a:r>
              <a:rPr sz="1500" b="1" dirty="0">
                <a:solidFill>
                  <a:srgbClr val="EE220C"/>
                </a:solidFill>
                <a:latin typeface="Arial"/>
                <a:cs typeface="Arial"/>
              </a:rPr>
              <a:t>]</a:t>
            </a:r>
            <a:r>
              <a:rPr sz="1500" b="1" spc="-10" dirty="0">
                <a:solidFill>
                  <a:srgbClr val="EE220C"/>
                </a:solidFill>
                <a:latin typeface="Arial"/>
                <a:cs typeface="Arial"/>
              </a:rPr>
              <a:t> </a:t>
            </a:r>
            <a:r>
              <a:rPr sz="1500" b="1" dirty="0">
                <a:solidFill>
                  <a:srgbClr val="EE220C"/>
                </a:solidFill>
                <a:latin typeface="Arial"/>
                <a:cs typeface="Arial"/>
              </a:rPr>
              <a:t>*</a:t>
            </a:r>
            <a:r>
              <a:rPr sz="1500" b="1" spc="-10" dirty="0">
                <a:solidFill>
                  <a:srgbClr val="EE220C"/>
                </a:solidFill>
                <a:latin typeface="Arial"/>
                <a:cs typeface="Arial"/>
              </a:rPr>
              <a:t> </a:t>
            </a:r>
            <a:r>
              <a:rPr sz="1500" b="1" spc="5" dirty="0">
                <a:solidFill>
                  <a:srgbClr val="EE220C"/>
                </a:solidFill>
                <a:latin typeface="Arial"/>
                <a:cs typeface="Arial"/>
              </a:rPr>
              <a:t>w</a:t>
            </a:r>
            <a:endParaRPr sz="1500">
              <a:latin typeface="Arial"/>
              <a:cs typeface="Arial"/>
            </a:endParaRPr>
          </a:p>
        </p:txBody>
      </p:sp>
      <p:pic>
        <p:nvPicPr>
          <p:cNvPr id="8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20457" y="3379137"/>
            <a:ext cx="4045284" cy="2377126"/>
          </a:xfrm>
          <a:prstGeom prst="rect">
            <a:avLst/>
          </a:prstGeom>
        </p:spPr>
      </p:pic>
      <p:pic>
        <p:nvPicPr>
          <p:cNvPr id="9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590552" y="2291193"/>
            <a:ext cx="5363326" cy="624302"/>
          </a:xfrm>
          <a:prstGeom prst="rect">
            <a:avLst/>
          </a:prstGeom>
        </p:spPr>
      </p:pic>
      <p:sp>
        <p:nvSpPr>
          <p:cNvPr id="10" name="object 6"/>
          <p:cNvSpPr txBox="1"/>
          <p:nvPr/>
        </p:nvSpPr>
        <p:spPr>
          <a:xfrm>
            <a:off x="5987787" y="2544480"/>
            <a:ext cx="180340" cy="1473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00" b="1" spc="-25" dirty="0">
                <a:solidFill>
                  <a:srgbClr val="0076BA"/>
                </a:solidFill>
                <a:latin typeface="Arial"/>
                <a:cs typeface="Arial"/>
              </a:rPr>
              <a:t>A</a:t>
            </a:r>
            <a:r>
              <a:rPr sz="600" b="1" spc="-25" dirty="0">
                <a:solidFill>
                  <a:srgbClr val="0076BA"/>
                </a:solidFill>
                <a:latin typeface="Arial"/>
                <a:cs typeface="Arial"/>
              </a:rPr>
              <a:t>00</a:t>
            </a:r>
            <a:endParaRPr sz="600">
              <a:latin typeface="Arial"/>
              <a:cs typeface="Arial"/>
            </a:endParaRPr>
          </a:p>
        </p:txBody>
      </p:sp>
      <p:sp>
        <p:nvSpPr>
          <p:cNvPr id="11" name="object 7"/>
          <p:cNvSpPr txBox="1"/>
          <p:nvPr/>
        </p:nvSpPr>
        <p:spPr>
          <a:xfrm>
            <a:off x="6396321" y="2544480"/>
            <a:ext cx="180340" cy="1473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00" b="1" spc="-25" dirty="0">
                <a:solidFill>
                  <a:srgbClr val="0076BA"/>
                </a:solidFill>
                <a:latin typeface="Arial"/>
                <a:cs typeface="Arial"/>
              </a:rPr>
              <a:t>A</a:t>
            </a:r>
            <a:r>
              <a:rPr sz="600" b="1" spc="-25" dirty="0">
                <a:solidFill>
                  <a:srgbClr val="0076BA"/>
                </a:solidFill>
                <a:latin typeface="Arial"/>
                <a:cs typeface="Arial"/>
              </a:rPr>
              <a:t>01</a:t>
            </a:r>
            <a:endParaRPr sz="600">
              <a:latin typeface="Arial"/>
              <a:cs typeface="Arial"/>
            </a:endParaRPr>
          </a:p>
        </p:txBody>
      </p:sp>
      <p:sp>
        <p:nvSpPr>
          <p:cNvPr id="12" name="object 8"/>
          <p:cNvSpPr txBox="1"/>
          <p:nvPr/>
        </p:nvSpPr>
        <p:spPr>
          <a:xfrm>
            <a:off x="6847221" y="2544480"/>
            <a:ext cx="180340" cy="1473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00" b="1" spc="-25" dirty="0">
                <a:solidFill>
                  <a:srgbClr val="0076BA"/>
                </a:solidFill>
                <a:latin typeface="Arial"/>
                <a:cs typeface="Arial"/>
              </a:rPr>
              <a:t>A</a:t>
            </a:r>
            <a:r>
              <a:rPr sz="600" b="1" spc="-25" dirty="0">
                <a:solidFill>
                  <a:srgbClr val="0076BA"/>
                </a:solidFill>
                <a:latin typeface="Arial"/>
                <a:cs typeface="Arial"/>
              </a:rPr>
              <a:t>02</a:t>
            </a:r>
            <a:endParaRPr sz="600">
              <a:latin typeface="Arial"/>
              <a:cs typeface="Arial"/>
            </a:endParaRPr>
          </a:p>
        </p:txBody>
      </p:sp>
      <p:sp>
        <p:nvSpPr>
          <p:cNvPr id="13" name="object 9"/>
          <p:cNvSpPr txBox="1"/>
          <p:nvPr/>
        </p:nvSpPr>
        <p:spPr>
          <a:xfrm>
            <a:off x="7255755" y="2544480"/>
            <a:ext cx="180340" cy="1473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00" b="1" spc="-25" dirty="0">
                <a:solidFill>
                  <a:srgbClr val="0076BA"/>
                </a:solidFill>
                <a:latin typeface="Arial"/>
                <a:cs typeface="Arial"/>
              </a:rPr>
              <a:t>A</a:t>
            </a:r>
            <a:r>
              <a:rPr sz="600" b="1" spc="-25" dirty="0">
                <a:solidFill>
                  <a:srgbClr val="0076BA"/>
                </a:solidFill>
                <a:latin typeface="Arial"/>
                <a:cs typeface="Arial"/>
              </a:rPr>
              <a:t>03</a:t>
            </a:r>
            <a:endParaRPr sz="600">
              <a:latin typeface="Arial"/>
              <a:cs typeface="Arial"/>
            </a:endParaRPr>
          </a:p>
        </p:txBody>
      </p:sp>
      <p:sp>
        <p:nvSpPr>
          <p:cNvPr id="14" name="object 10"/>
          <p:cNvSpPr txBox="1"/>
          <p:nvPr/>
        </p:nvSpPr>
        <p:spPr>
          <a:xfrm>
            <a:off x="7685472" y="2544480"/>
            <a:ext cx="180340" cy="1473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00" b="1" spc="-25" dirty="0">
                <a:solidFill>
                  <a:srgbClr val="FF42A1"/>
                </a:solidFill>
                <a:latin typeface="Arial"/>
                <a:cs typeface="Arial"/>
              </a:rPr>
              <a:t>A</a:t>
            </a:r>
            <a:r>
              <a:rPr sz="600" b="1" spc="-25" dirty="0">
                <a:solidFill>
                  <a:srgbClr val="FF42A1"/>
                </a:solidFill>
                <a:latin typeface="Arial"/>
                <a:cs typeface="Arial"/>
              </a:rPr>
              <a:t>10</a:t>
            </a:r>
            <a:endParaRPr sz="600">
              <a:latin typeface="Arial"/>
              <a:cs typeface="Arial"/>
            </a:endParaRPr>
          </a:p>
        </p:txBody>
      </p:sp>
      <p:sp>
        <p:nvSpPr>
          <p:cNvPr id="15" name="object 11"/>
          <p:cNvSpPr txBox="1"/>
          <p:nvPr/>
        </p:nvSpPr>
        <p:spPr>
          <a:xfrm>
            <a:off x="8115190" y="2544480"/>
            <a:ext cx="180340" cy="1473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00" b="1" spc="-25" dirty="0">
                <a:solidFill>
                  <a:srgbClr val="FF42A1"/>
                </a:solidFill>
                <a:latin typeface="Arial"/>
                <a:cs typeface="Arial"/>
              </a:rPr>
              <a:t>A</a:t>
            </a:r>
            <a:r>
              <a:rPr sz="600" b="1" spc="-25" dirty="0">
                <a:solidFill>
                  <a:srgbClr val="FF42A1"/>
                </a:solidFill>
                <a:latin typeface="Arial"/>
                <a:cs typeface="Arial"/>
              </a:rPr>
              <a:t>11</a:t>
            </a:r>
            <a:endParaRPr sz="600">
              <a:latin typeface="Arial"/>
              <a:cs typeface="Arial"/>
            </a:endParaRPr>
          </a:p>
        </p:txBody>
      </p:sp>
      <p:sp>
        <p:nvSpPr>
          <p:cNvPr id="16" name="object 12"/>
          <p:cNvSpPr txBox="1"/>
          <p:nvPr/>
        </p:nvSpPr>
        <p:spPr>
          <a:xfrm>
            <a:off x="8566090" y="2544480"/>
            <a:ext cx="180340" cy="1473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00" b="1" spc="-25" dirty="0">
                <a:solidFill>
                  <a:srgbClr val="FF42A1"/>
                </a:solidFill>
                <a:latin typeface="Arial"/>
                <a:cs typeface="Arial"/>
              </a:rPr>
              <a:t>A</a:t>
            </a:r>
            <a:r>
              <a:rPr sz="600" b="1" spc="-25" dirty="0">
                <a:solidFill>
                  <a:srgbClr val="FF42A1"/>
                </a:solidFill>
                <a:latin typeface="Arial"/>
                <a:cs typeface="Arial"/>
              </a:rPr>
              <a:t>12</a:t>
            </a:r>
            <a:endParaRPr sz="600">
              <a:latin typeface="Arial"/>
              <a:cs typeface="Arial"/>
            </a:endParaRPr>
          </a:p>
        </p:txBody>
      </p:sp>
      <p:sp>
        <p:nvSpPr>
          <p:cNvPr id="17" name="object 13"/>
          <p:cNvSpPr txBox="1"/>
          <p:nvPr/>
        </p:nvSpPr>
        <p:spPr>
          <a:xfrm>
            <a:off x="9038175" y="2544480"/>
            <a:ext cx="180340" cy="1473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00" b="1" spc="-25" dirty="0">
                <a:solidFill>
                  <a:srgbClr val="FF42A1"/>
                </a:solidFill>
                <a:latin typeface="Arial"/>
                <a:cs typeface="Arial"/>
              </a:rPr>
              <a:t>A</a:t>
            </a:r>
            <a:r>
              <a:rPr sz="600" b="1" spc="-25" dirty="0">
                <a:solidFill>
                  <a:srgbClr val="FF42A1"/>
                </a:solidFill>
                <a:latin typeface="Arial"/>
                <a:cs typeface="Arial"/>
              </a:rPr>
              <a:t>13</a:t>
            </a:r>
            <a:endParaRPr sz="600">
              <a:latin typeface="Arial"/>
              <a:cs typeface="Arial"/>
            </a:endParaRPr>
          </a:p>
        </p:txBody>
      </p:sp>
      <p:sp>
        <p:nvSpPr>
          <p:cNvPr id="18" name="object 14"/>
          <p:cNvSpPr txBox="1"/>
          <p:nvPr/>
        </p:nvSpPr>
        <p:spPr>
          <a:xfrm>
            <a:off x="9467892" y="2544480"/>
            <a:ext cx="180340" cy="1473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00" b="1" spc="-25" dirty="0">
                <a:solidFill>
                  <a:srgbClr val="1DB100"/>
                </a:solidFill>
                <a:latin typeface="Arial"/>
                <a:cs typeface="Arial"/>
              </a:rPr>
              <a:t>A</a:t>
            </a:r>
            <a:r>
              <a:rPr sz="600" b="1" spc="-25" dirty="0">
                <a:solidFill>
                  <a:srgbClr val="1DB100"/>
                </a:solidFill>
                <a:latin typeface="Arial"/>
                <a:cs typeface="Arial"/>
              </a:rPr>
              <a:t>20</a:t>
            </a:r>
            <a:endParaRPr sz="600">
              <a:latin typeface="Arial"/>
              <a:cs typeface="Arial"/>
            </a:endParaRPr>
          </a:p>
        </p:txBody>
      </p:sp>
      <p:sp>
        <p:nvSpPr>
          <p:cNvPr id="19" name="object 15"/>
          <p:cNvSpPr txBox="1"/>
          <p:nvPr/>
        </p:nvSpPr>
        <p:spPr>
          <a:xfrm>
            <a:off x="9897609" y="2544480"/>
            <a:ext cx="180340" cy="1473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00" b="1" spc="-25" dirty="0">
                <a:solidFill>
                  <a:srgbClr val="1DB100"/>
                </a:solidFill>
                <a:latin typeface="Arial"/>
                <a:cs typeface="Arial"/>
              </a:rPr>
              <a:t>A</a:t>
            </a:r>
            <a:r>
              <a:rPr sz="600" b="1" spc="-25" dirty="0">
                <a:solidFill>
                  <a:srgbClr val="1DB100"/>
                </a:solidFill>
                <a:latin typeface="Arial"/>
                <a:cs typeface="Arial"/>
              </a:rPr>
              <a:t>21</a:t>
            </a:r>
            <a:endParaRPr sz="600">
              <a:latin typeface="Arial"/>
              <a:cs typeface="Arial"/>
            </a:endParaRPr>
          </a:p>
        </p:txBody>
      </p:sp>
      <p:sp>
        <p:nvSpPr>
          <p:cNvPr id="20" name="object 16"/>
          <p:cNvSpPr txBox="1"/>
          <p:nvPr/>
        </p:nvSpPr>
        <p:spPr>
          <a:xfrm>
            <a:off x="10284959" y="2544480"/>
            <a:ext cx="180340" cy="1473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00" b="1" spc="-25" dirty="0">
                <a:solidFill>
                  <a:srgbClr val="1DB100"/>
                </a:solidFill>
                <a:latin typeface="Arial"/>
                <a:cs typeface="Arial"/>
              </a:rPr>
              <a:t>A</a:t>
            </a:r>
            <a:r>
              <a:rPr sz="600" b="1" spc="-25" dirty="0">
                <a:solidFill>
                  <a:srgbClr val="1DB100"/>
                </a:solidFill>
                <a:latin typeface="Arial"/>
                <a:cs typeface="Arial"/>
              </a:rPr>
              <a:t>22</a:t>
            </a:r>
            <a:endParaRPr sz="600">
              <a:latin typeface="Arial"/>
              <a:cs typeface="Arial"/>
            </a:endParaRPr>
          </a:p>
        </p:txBody>
      </p:sp>
      <p:sp>
        <p:nvSpPr>
          <p:cNvPr id="21" name="object 17"/>
          <p:cNvSpPr txBox="1"/>
          <p:nvPr/>
        </p:nvSpPr>
        <p:spPr>
          <a:xfrm>
            <a:off x="10714676" y="2544480"/>
            <a:ext cx="180340" cy="1473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00" b="1" spc="-25" dirty="0">
                <a:solidFill>
                  <a:srgbClr val="1DB100"/>
                </a:solidFill>
                <a:latin typeface="Arial"/>
                <a:cs typeface="Arial"/>
              </a:rPr>
              <a:t>A</a:t>
            </a:r>
            <a:r>
              <a:rPr sz="600" b="1" spc="-25" dirty="0">
                <a:solidFill>
                  <a:srgbClr val="1DB100"/>
                </a:solidFill>
                <a:latin typeface="Arial"/>
                <a:cs typeface="Arial"/>
              </a:rPr>
              <a:t>23</a:t>
            </a:r>
            <a:endParaRPr sz="60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261887051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FACDBEEA-19FC-7C8E-BE8A-62DE5DFFEA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Column Major Order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23B0904C-599A-0B75-79E7-2B34161C771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xmlns="" id="{3E443BCA-8AB4-30D1-72CB-AD2B2F943B7D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object 3"/>
          <p:cNvSpPr txBox="1"/>
          <p:nvPr/>
        </p:nvSpPr>
        <p:spPr>
          <a:xfrm>
            <a:off x="647010" y="1381577"/>
            <a:ext cx="5184775" cy="5052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60"/>
              </a:spcBef>
            </a:pPr>
            <a:endParaRPr sz="1700">
              <a:latin typeface="Arial"/>
              <a:cs typeface="Arial"/>
            </a:endParaRPr>
          </a:p>
          <a:p>
            <a:pPr marL="187960" indent="-175260">
              <a:lnSpc>
                <a:spcPct val="100000"/>
              </a:lnSpc>
              <a:buChar char="•"/>
              <a:tabLst>
                <a:tab pos="187960" algn="l"/>
              </a:tabLst>
            </a:pPr>
            <a:r>
              <a:rPr sz="1500" spc="-10" dirty="0">
                <a:latin typeface="Arial MT"/>
                <a:cs typeface="Arial MT"/>
              </a:rPr>
              <a:t>Here</a:t>
            </a:r>
            <a:r>
              <a:rPr sz="1500" spc="-5" dirty="0">
                <a:latin typeface="Arial MT"/>
                <a:cs typeface="Arial MT"/>
              </a:rPr>
              <a:t> </a:t>
            </a:r>
            <a:r>
              <a:rPr sz="1500" dirty="0">
                <a:latin typeface="Arial MT"/>
                <a:cs typeface="Arial MT"/>
              </a:rPr>
              <a:t>the elements of array </a:t>
            </a:r>
            <a:r>
              <a:rPr sz="1500" spc="-10" dirty="0">
                <a:latin typeface="Arial MT"/>
                <a:cs typeface="Arial MT"/>
              </a:rPr>
              <a:t>are</a:t>
            </a:r>
            <a:r>
              <a:rPr sz="1500" spc="-5" dirty="0">
                <a:latin typeface="Arial MT"/>
                <a:cs typeface="Arial MT"/>
              </a:rPr>
              <a:t> </a:t>
            </a:r>
            <a:r>
              <a:rPr sz="1500" dirty="0">
                <a:latin typeface="Arial MT"/>
                <a:cs typeface="Arial MT"/>
              </a:rPr>
              <a:t>stored in column by </a:t>
            </a:r>
            <a:r>
              <a:rPr sz="1500" spc="-10" dirty="0">
                <a:latin typeface="Arial MT"/>
                <a:cs typeface="Arial MT"/>
              </a:rPr>
              <a:t>column</a:t>
            </a:r>
            <a:endParaRPr sz="1500">
              <a:latin typeface="Arial MT"/>
              <a:cs typeface="Arial MT"/>
            </a:endParaRPr>
          </a:p>
        </p:txBody>
      </p:sp>
      <p:sp>
        <p:nvSpPr>
          <p:cNvPr id="8" name="object 4"/>
          <p:cNvSpPr txBox="1"/>
          <p:nvPr/>
        </p:nvSpPr>
        <p:spPr>
          <a:xfrm>
            <a:off x="6856890" y="3402347"/>
            <a:ext cx="4688840" cy="6819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67640" indent="-154940">
              <a:lnSpc>
                <a:spcPct val="100000"/>
              </a:lnSpc>
              <a:spcBef>
                <a:spcPts val="100"/>
              </a:spcBef>
              <a:buChar char="•"/>
              <a:tabLst>
                <a:tab pos="167640" algn="l"/>
              </a:tabLst>
            </a:pPr>
            <a:r>
              <a:rPr sz="1400" dirty="0">
                <a:latin typeface="Arial MT"/>
                <a:cs typeface="Arial MT"/>
              </a:rPr>
              <a:t>The</a:t>
            </a:r>
            <a:r>
              <a:rPr sz="1400" spc="2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formula</a:t>
            </a:r>
            <a:r>
              <a:rPr sz="1400" spc="2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for</a:t>
            </a:r>
            <a:r>
              <a:rPr sz="1400" spc="2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obtaining</a:t>
            </a:r>
            <a:r>
              <a:rPr sz="1400" spc="2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address</a:t>
            </a:r>
            <a:r>
              <a:rPr sz="1400" spc="2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for</a:t>
            </a:r>
            <a:r>
              <a:rPr sz="1400" spc="2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each</a:t>
            </a:r>
            <a:r>
              <a:rPr sz="1400" spc="2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element</a:t>
            </a:r>
            <a:r>
              <a:rPr sz="1400" spc="25" dirty="0">
                <a:latin typeface="Arial MT"/>
                <a:cs typeface="Arial MT"/>
              </a:rPr>
              <a:t> </a:t>
            </a:r>
            <a:r>
              <a:rPr sz="1400" spc="-25" dirty="0">
                <a:latin typeface="Arial MT"/>
                <a:cs typeface="Arial MT"/>
              </a:rPr>
              <a:t>is</a:t>
            </a:r>
            <a:endParaRPr sz="14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75"/>
              </a:spcBef>
            </a:pPr>
            <a:endParaRPr sz="1400">
              <a:latin typeface="Arial MT"/>
              <a:cs typeface="Arial MT"/>
            </a:endParaRPr>
          </a:p>
          <a:p>
            <a:pPr marL="1468755">
              <a:lnSpc>
                <a:spcPct val="100000"/>
              </a:lnSpc>
            </a:pPr>
            <a:r>
              <a:rPr sz="1500" b="1" dirty="0">
                <a:solidFill>
                  <a:srgbClr val="EE220C"/>
                </a:solidFill>
                <a:latin typeface="Arial"/>
                <a:cs typeface="Arial"/>
              </a:rPr>
              <a:t>Add</a:t>
            </a:r>
            <a:r>
              <a:rPr sz="1500" b="1" spc="-15" dirty="0">
                <a:solidFill>
                  <a:srgbClr val="EE220C"/>
                </a:solidFill>
                <a:latin typeface="Arial"/>
                <a:cs typeface="Arial"/>
              </a:rPr>
              <a:t> </a:t>
            </a:r>
            <a:r>
              <a:rPr sz="1500" b="1" dirty="0">
                <a:solidFill>
                  <a:srgbClr val="EE220C"/>
                </a:solidFill>
                <a:latin typeface="Arial"/>
                <a:cs typeface="Arial"/>
              </a:rPr>
              <a:t>(</a:t>
            </a:r>
            <a:r>
              <a:rPr sz="1500" b="1" spc="-10" dirty="0">
                <a:solidFill>
                  <a:srgbClr val="EE220C"/>
                </a:solidFill>
                <a:latin typeface="Arial"/>
                <a:cs typeface="Arial"/>
              </a:rPr>
              <a:t> </a:t>
            </a:r>
            <a:r>
              <a:rPr sz="1500" b="1" dirty="0">
                <a:solidFill>
                  <a:srgbClr val="EE220C"/>
                </a:solidFill>
                <a:latin typeface="Arial"/>
                <a:cs typeface="Arial"/>
              </a:rPr>
              <a:t>A[</a:t>
            </a:r>
            <a:r>
              <a:rPr sz="1500" b="1" spc="-15" dirty="0">
                <a:solidFill>
                  <a:srgbClr val="EE220C"/>
                </a:solidFill>
                <a:latin typeface="Arial"/>
                <a:cs typeface="Arial"/>
              </a:rPr>
              <a:t> </a:t>
            </a:r>
            <a:r>
              <a:rPr sz="1500" b="1" dirty="0">
                <a:solidFill>
                  <a:srgbClr val="EE220C"/>
                </a:solidFill>
                <a:latin typeface="Arial"/>
                <a:cs typeface="Arial"/>
              </a:rPr>
              <a:t>i</a:t>
            </a:r>
            <a:r>
              <a:rPr sz="1500" b="1" spc="-10" dirty="0">
                <a:solidFill>
                  <a:srgbClr val="EE220C"/>
                </a:solidFill>
                <a:latin typeface="Arial"/>
                <a:cs typeface="Arial"/>
              </a:rPr>
              <a:t> </a:t>
            </a:r>
            <a:r>
              <a:rPr sz="1500" b="1" dirty="0">
                <a:solidFill>
                  <a:srgbClr val="EE220C"/>
                </a:solidFill>
                <a:latin typeface="Arial"/>
                <a:cs typeface="Arial"/>
              </a:rPr>
              <a:t>][</a:t>
            </a:r>
            <a:r>
              <a:rPr sz="1500" b="1" spc="-15" dirty="0">
                <a:solidFill>
                  <a:srgbClr val="EE220C"/>
                </a:solidFill>
                <a:latin typeface="Arial"/>
                <a:cs typeface="Arial"/>
              </a:rPr>
              <a:t> </a:t>
            </a:r>
            <a:r>
              <a:rPr sz="1500" b="1" dirty="0">
                <a:solidFill>
                  <a:srgbClr val="EE220C"/>
                </a:solidFill>
                <a:latin typeface="Arial"/>
                <a:cs typeface="Arial"/>
              </a:rPr>
              <a:t>j</a:t>
            </a:r>
            <a:r>
              <a:rPr sz="1500" b="1" spc="-10" dirty="0">
                <a:solidFill>
                  <a:srgbClr val="EE220C"/>
                </a:solidFill>
                <a:latin typeface="Arial"/>
                <a:cs typeface="Arial"/>
              </a:rPr>
              <a:t> </a:t>
            </a:r>
            <a:r>
              <a:rPr sz="1500" b="1" dirty="0">
                <a:solidFill>
                  <a:srgbClr val="EE220C"/>
                </a:solidFill>
                <a:latin typeface="Arial"/>
                <a:cs typeface="Arial"/>
              </a:rPr>
              <a:t>]</a:t>
            </a:r>
            <a:r>
              <a:rPr sz="1500" b="1" spc="-15" dirty="0">
                <a:solidFill>
                  <a:srgbClr val="EE220C"/>
                </a:solidFill>
                <a:latin typeface="Arial"/>
                <a:cs typeface="Arial"/>
              </a:rPr>
              <a:t> </a:t>
            </a:r>
            <a:r>
              <a:rPr sz="1500" b="1" dirty="0">
                <a:solidFill>
                  <a:srgbClr val="EE220C"/>
                </a:solidFill>
                <a:latin typeface="Arial"/>
                <a:cs typeface="Arial"/>
              </a:rPr>
              <a:t>)</a:t>
            </a:r>
            <a:r>
              <a:rPr sz="1500" b="1" spc="-10" dirty="0">
                <a:solidFill>
                  <a:srgbClr val="EE220C"/>
                </a:solidFill>
                <a:latin typeface="Arial"/>
                <a:cs typeface="Arial"/>
              </a:rPr>
              <a:t> </a:t>
            </a:r>
            <a:r>
              <a:rPr sz="1500" b="1" dirty="0">
                <a:solidFill>
                  <a:srgbClr val="EE220C"/>
                </a:solidFill>
                <a:latin typeface="Arial"/>
                <a:cs typeface="Arial"/>
              </a:rPr>
              <a:t>=</a:t>
            </a:r>
            <a:r>
              <a:rPr sz="1500" b="1" spc="-15" dirty="0">
                <a:solidFill>
                  <a:srgbClr val="EE220C"/>
                </a:solidFill>
                <a:latin typeface="Arial"/>
                <a:cs typeface="Arial"/>
              </a:rPr>
              <a:t> </a:t>
            </a:r>
            <a:r>
              <a:rPr sz="1500" b="1" dirty="0">
                <a:solidFill>
                  <a:srgbClr val="EE220C"/>
                </a:solidFill>
                <a:latin typeface="Arial"/>
                <a:cs typeface="Arial"/>
              </a:rPr>
              <a:t>L</a:t>
            </a:r>
            <a:r>
              <a:rPr sz="1000" b="1" dirty="0">
                <a:solidFill>
                  <a:srgbClr val="EE220C"/>
                </a:solidFill>
                <a:latin typeface="Arial"/>
                <a:cs typeface="Arial"/>
              </a:rPr>
              <a:t>0</a:t>
            </a:r>
            <a:r>
              <a:rPr sz="1000" b="1" spc="125" dirty="0">
                <a:solidFill>
                  <a:srgbClr val="EE220C"/>
                </a:solidFill>
                <a:latin typeface="Arial"/>
                <a:cs typeface="Arial"/>
              </a:rPr>
              <a:t> </a:t>
            </a:r>
            <a:r>
              <a:rPr sz="1500" b="1" dirty="0">
                <a:solidFill>
                  <a:srgbClr val="EE220C"/>
                </a:solidFill>
                <a:latin typeface="Arial"/>
                <a:cs typeface="Arial"/>
              </a:rPr>
              <a:t>+</a:t>
            </a:r>
            <a:r>
              <a:rPr sz="1500" b="1" spc="-15" dirty="0">
                <a:solidFill>
                  <a:srgbClr val="EE220C"/>
                </a:solidFill>
                <a:latin typeface="Arial"/>
                <a:cs typeface="Arial"/>
              </a:rPr>
              <a:t> </a:t>
            </a:r>
            <a:r>
              <a:rPr sz="1500" b="1" dirty="0">
                <a:solidFill>
                  <a:srgbClr val="EE220C"/>
                </a:solidFill>
                <a:latin typeface="Arial"/>
                <a:cs typeface="Arial"/>
              </a:rPr>
              <a:t>[</a:t>
            </a:r>
            <a:r>
              <a:rPr sz="1500" b="1" spc="-10" dirty="0">
                <a:solidFill>
                  <a:srgbClr val="EE220C"/>
                </a:solidFill>
                <a:latin typeface="Arial"/>
                <a:cs typeface="Arial"/>
              </a:rPr>
              <a:t> </a:t>
            </a:r>
            <a:r>
              <a:rPr sz="1500" b="1" dirty="0">
                <a:solidFill>
                  <a:srgbClr val="EE220C"/>
                </a:solidFill>
                <a:latin typeface="Arial"/>
                <a:cs typeface="Arial"/>
              </a:rPr>
              <a:t>i</a:t>
            </a:r>
            <a:r>
              <a:rPr sz="1500" b="1" spc="-15" dirty="0">
                <a:solidFill>
                  <a:srgbClr val="EE220C"/>
                </a:solidFill>
                <a:latin typeface="Arial"/>
                <a:cs typeface="Arial"/>
              </a:rPr>
              <a:t> </a:t>
            </a:r>
            <a:r>
              <a:rPr sz="1500" b="1" dirty="0">
                <a:solidFill>
                  <a:srgbClr val="EE220C"/>
                </a:solidFill>
                <a:latin typeface="Arial"/>
                <a:cs typeface="Arial"/>
              </a:rPr>
              <a:t>*</a:t>
            </a:r>
            <a:r>
              <a:rPr sz="1500" b="1" spc="-10" dirty="0">
                <a:solidFill>
                  <a:srgbClr val="EE220C"/>
                </a:solidFill>
                <a:latin typeface="Arial"/>
                <a:cs typeface="Arial"/>
              </a:rPr>
              <a:t> </a:t>
            </a:r>
            <a:r>
              <a:rPr sz="1500" b="1" dirty="0">
                <a:solidFill>
                  <a:srgbClr val="EE220C"/>
                </a:solidFill>
                <a:latin typeface="Arial"/>
                <a:cs typeface="Arial"/>
              </a:rPr>
              <a:t>m</a:t>
            </a:r>
            <a:r>
              <a:rPr sz="1500" b="1" spc="-15" dirty="0">
                <a:solidFill>
                  <a:srgbClr val="EE220C"/>
                </a:solidFill>
                <a:latin typeface="Arial"/>
                <a:cs typeface="Arial"/>
              </a:rPr>
              <a:t> </a:t>
            </a:r>
            <a:r>
              <a:rPr sz="1500" b="1" dirty="0">
                <a:solidFill>
                  <a:srgbClr val="EE220C"/>
                </a:solidFill>
                <a:latin typeface="Arial"/>
                <a:cs typeface="Arial"/>
              </a:rPr>
              <a:t>+</a:t>
            </a:r>
            <a:r>
              <a:rPr sz="1500" b="1" spc="-10" dirty="0">
                <a:solidFill>
                  <a:srgbClr val="EE220C"/>
                </a:solidFill>
                <a:latin typeface="Arial"/>
                <a:cs typeface="Arial"/>
              </a:rPr>
              <a:t> </a:t>
            </a:r>
            <a:r>
              <a:rPr sz="1500" b="1" dirty="0">
                <a:solidFill>
                  <a:srgbClr val="EE220C"/>
                </a:solidFill>
                <a:latin typeface="Arial"/>
                <a:cs typeface="Arial"/>
              </a:rPr>
              <a:t>j</a:t>
            </a:r>
            <a:r>
              <a:rPr sz="1500" b="1" spc="-15" dirty="0">
                <a:solidFill>
                  <a:srgbClr val="EE220C"/>
                </a:solidFill>
                <a:latin typeface="Arial"/>
                <a:cs typeface="Arial"/>
              </a:rPr>
              <a:t> </a:t>
            </a:r>
            <a:r>
              <a:rPr sz="1500" b="1" dirty="0">
                <a:solidFill>
                  <a:srgbClr val="EE220C"/>
                </a:solidFill>
                <a:latin typeface="Arial"/>
                <a:cs typeface="Arial"/>
              </a:rPr>
              <a:t>]</a:t>
            </a:r>
            <a:r>
              <a:rPr sz="1500" b="1" spc="-10" dirty="0">
                <a:solidFill>
                  <a:srgbClr val="EE220C"/>
                </a:solidFill>
                <a:latin typeface="Arial"/>
                <a:cs typeface="Arial"/>
              </a:rPr>
              <a:t> </a:t>
            </a:r>
            <a:r>
              <a:rPr sz="1500" b="1" dirty="0">
                <a:solidFill>
                  <a:srgbClr val="EE220C"/>
                </a:solidFill>
                <a:latin typeface="Arial"/>
                <a:cs typeface="Arial"/>
              </a:rPr>
              <a:t>*</a:t>
            </a:r>
            <a:r>
              <a:rPr sz="1500" b="1" spc="-15" dirty="0">
                <a:solidFill>
                  <a:srgbClr val="EE220C"/>
                </a:solidFill>
                <a:latin typeface="Arial"/>
                <a:cs typeface="Arial"/>
              </a:rPr>
              <a:t> </a:t>
            </a:r>
            <a:r>
              <a:rPr sz="1500" b="1" spc="5" dirty="0">
                <a:solidFill>
                  <a:srgbClr val="EE220C"/>
                </a:solidFill>
                <a:latin typeface="Arial"/>
                <a:cs typeface="Arial"/>
              </a:rPr>
              <a:t>w</a:t>
            </a:r>
            <a:endParaRPr sz="1500">
              <a:latin typeface="Arial"/>
              <a:cs typeface="Arial"/>
            </a:endParaRPr>
          </a:p>
        </p:txBody>
      </p:sp>
      <p:pic>
        <p:nvPicPr>
          <p:cNvPr id="9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79336" y="2059152"/>
            <a:ext cx="5913365" cy="3276800"/>
          </a:xfrm>
          <a:prstGeom prst="rect">
            <a:avLst/>
          </a:prstGeom>
        </p:spPr>
      </p:pic>
      <p:pic>
        <p:nvPicPr>
          <p:cNvPr id="10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31815" y="4932820"/>
            <a:ext cx="5762457" cy="1083014"/>
          </a:xfrm>
          <a:prstGeom prst="rect">
            <a:avLst/>
          </a:prstGeom>
        </p:spPr>
      </p:pic>
      <p:sp>
        <p:nvSpPr>
          <p:cNvPr id="11" name="object 7"/>
          <p:cNvSpPr txBox="1"/>
          <p:nvPr/>
        </p:nvSpPr>
        <p:spPr>
          <a:xfrm>
            <a:off x="2856941" y="2911933"/>
            <a:ext cx="215265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spc="-25" dirty="0">
                <a:latin typeface="Arial MT"/>
                <a:cs typeface="Arial MT"/>
              </a:rPr>
              <a:t>A</a:t>
            </a:r>
            <a:r>
              <a:rPr sz="700" spc="-25" dirty="0">
                <a:latin typeface="Arial MT"/>
                <a:cs typeface="Arial MT"/>
              </a:rPr>
              <a:t>00</a:t>
            </a:r>
            <a:endParaRPr sz="700">
              <a:latin typeface="Arial MT"/>
              <a:cs typeface="Arial MT"/>
            </a:endParaRPr>
          </a:p>
        </p:txBody>
      </p:sp>
      <p:sp>
        <p:nvSpPr>
          <p:cNvPr id="12" name="object 8"/>
          <p:cNvSpPr txBox="1"/>
          <p:nvPr/>
        </p:nvSpPr>
        <p:spPr>
          <a:xfrm>
            <a:off x="3590035" y="2911933"/>
            <a:ext cx="215265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spc="-25" dirty="0">
                <a:latin typeface="Arial MT"/>
                <a:cs typeface="Arial MT"/>
              </a:rPr>
              <a:t>A</a:t>
            </a:r>
            <a:r>
              <a:rPr sz="700" spc="-25" dirty="0">
                <a:latin typeface="Arial MT"/>
                <a:cs typeface="Arial MT"/>
              </a:rPr>
              <a:t>01</a:t>
            </a:r>
            <a:endParaRPr sz="700">
              <a:latin typeface="Arial MT"/>
              <a:cs typeface="Arial MT"/>
            </a:endParaRPr>
          </a:p>
        </p:txBody>
      </p:sp>
      <p:sp>
        <p:nvSpPr>
          <p:cNvPr id="13" name="object 9"/>
          <p:cNvSpPr txBox="1"/>
          <p:nvPr/>
        </p:nvSpPr>
        <p:spPr>
          <a:xfrm>
            <a:off x="4174845" y="2911933"/>
            <a:ext cx="215265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spc="-25" dirty="0">
                <a:latin typeface="Arial MT"/>
                <a:cs typeface="Arial MT"/>
              </a:rPr>
              <a:t>A</a:t>
            </a:r>
            <a:r>
              <a:rPr sz="700" spc="-25" dirty="0">
                <a:latin typeface="Arial MT"/>
                <a:cs typeface="Arial MT"/>
              </a:rPr>
              <a:t>02</a:t>
            </a:r>
            <a:endParaRPr sz="700">
              <a:latin typeface="Arial MT"/>
              <a:cs typeface="Arial MT"/>
            </a:endParaRPr>
          </a:p>
        </p:txBody>
      </p:sp>
      <p:sp>
        <p:nvSpPr>
          <p:cNvPr id="14" name="object 10"/>
          <p:cNvSpPr txBox="1"/>
          <p:nvPr/>
        </p:nvSpPr>
        <p:spPr>
          <a:xfrm>
            <a:off x="4759655" y="2911933"/>
            <a:ext cx="215265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spc="-25" dirty="0">
                <a:latin typeface="Arial MT"/>
                <a:cs typeface="Arial MT"/>
              </a:rPr>
              <a:t>A</a:t>
            </a:r>
            <a:r>
              <a:rPr sz="700" spc="-25" dirty="0">
                <a:latin typeface="Arial MT"/>
                <a:cs typeface="Arial MT"/>
              </a:rPr>
              <a:t>03</a:t>
            </a:r>
            <a:endParaRPr sz="700">
              <a:latin typeface="Arial MT"/>
              <a:cs typeface="Arial MT"/>
            </a:endParaRPr>
          </a:p>
        </p:txBody>
      </p:sp>
      <p:sp>
        <p:nvSpPr>
          <p:cNvPr id="15" name="object 11"/>
          <p:cNvSpPr txBox="1"/>
          <p:nvPr/>
        </p:nvSpPr>
        <p:spPr>
          <a:xfrm>
            <a:off x="2853410" y="3673933"/>
            <a:ext cx="215265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spc="-25" dirty="0">
                <a:latin typeface="Arial MT"/>
                <a:cs typeface="Arial MT"/>
              </a:rPr>
              <a:t>A</a:t>
            </a:r>
            <a:r>
              <a:rPr sz="700" spc="-25" dirty="0">
                <a:latin typeface="Arial MT"/>
                <a:cs typeface="Arial MT"/>
              </a:rPr>
              <a:t>10</a:t>
            </a:r>
            <a:endParaRPr sz="700">
              <a:latin typeface="Arial MT"/>
              <a:cs typeface="Arial MT"/>
            </a:endParaRPr>
          </a:p>
        </p:txBody>
      </p:sp>
      <p:sp>
        <p:nvSpPr>
          <p:cNvPr id="16" name="object 12"/>
          <p:cNvSpPr txBox="1"/>
          <p:nvPr/>
        </p:nvSpPr>
        <p:spPr>
          <a:xfrm>
            <a:off x="3561791" y="3673933"/>
            <a:ext cx="215265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spc="-25" dirty="0">
                <a:latin typeface="Arial MT"/>
                <a:cs typeface="Arial MT"/>
              </a:rPr>
              <a:t>A</a:t>
            </a:r>
            <a:r>
              <a:rPr sz="700" spc="-25" dirty="0">
                <a:latin typeface="Arial MT"/>
                <a:cs typeface="Arial MT"/>
              </a:rPr>
              <a:t>11</a:t>
            </a:r>
            <a:endParaRPr sz="700">
              <a:latin typeface="Arial MT"/>
              <a:cs typeface="Arial MT"/>
            </a:endParaRPr>
          </a:p>
        </p:txBody>
      </p:sp>
      <p:sp>
        <p:nvSpPr>
          <p:cNvPr id="17" name="object 13"/>
          <p:cNvSpPr txBox="1"/>
          <p:nvPr/>
        </p:nvSpPr>
        <p:spPr>
          <a:xfrm>
            <a:off x="4171315" y="3673933"/>
            <a:ext cx="215265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spc="-25" dirty="0">
                <a:latin typeface="Arial MT"/>
                <a:cs typeface="Arial MT"/>
              </a:rPr>
              <a:t>A</a:t>
            </a:r>
            <a:r>
              <a:rPr sz="700" spc="-25" dirty="0">
                <a:latin typeface="Arial MT"/>
                <a:cs typeface="Arial MT"/>
              </a:rPr>
              <a:t>12</a:t>
            </a:r>
            <a:endParaRPr sz="700">
              <a:latin typeface="Arial MT"/>
              <a:cs typeface="Arial MT"/>
            </a:endParaRPr>
          </a:p>
        </p:txBody>
      </p:sp>
      <p:sp>
        <p:nvSpPr>
          <p:cNvPr id="18" name="object 14"/>
          <p:cNvSpPr txBox="1"/>
          <p:nvPr/>
        </p:nvSpPr>
        <p:spPr>
          <a:xfrm>
            <a:off x="4805553" y="3673933"/>
            <a:ext cx="215265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spc="-25" dirty="0">
                <a:latin typeface="Arial MT"/>
                <a:cs typeface="Arial MT"/>
              </a:rPr>
              <a:t>A</a:t>
            </a:r>
            <a:r>
              <a:rPr sz="700" spc="-25" dirty="0">
                <a:latin typeface="Arial MT"/>
                <a:cs typeface="Arial MT"/>
              </a:rPr>
              <a:t>13</a:t>
            </a:r>
            <a:endParaRPr sz="700">
              <a:latin typeface="Arial MT"/>
              <a:cs typeface="Arial MT"/>
            </a:endParaRPr>
          </a:p>
        </p:txBody>
      </p:sp>
      <p:sp>
        <p:nvSpPr>
          <p:cNvPr id="19" name="object 15"/>
          <p:cNvSpPr txBox="1"/>
          <p:nvPr/>
        </p:nvSpPr>
        <p:spPr>
          <a:xfrm>
            <a:off x="2878124" y="4435933"/>
            <a:ext cx="215265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spc="-25" dirty="0">
                <a:latin typeface="Arial MT"/>
                <a:cs typeface="Arial MT"/>
              </a:rPr>
              <a:t>A</a:t>
            </a:r>
            <a:r>
              <a:rPr sz="700" spc="-25" dirty="0">
                <a:latin typeface="Arial MT"/>
                <a:cs typeface="Arial MT"/>
              </a:rPr>
              <a:t>20</a:t>
            </a:r>
            <a:endParaRPr sz="700">
              <a:latin typeface="Arial MT"/>
              <a:cs typeface="Arial MT"/>
            </a:endParaRPr>
          </a:p>
        </p:txBody>
      </p:sp>
      <p:sp>
        <p:nvSpPr>
          <p:cNvPr id="20" name="object 16"/>
          <p:cNvSpPr txBox="1"/>
          <p:nvPr/>
        </p:nvSpPr>
        <p:spPr>
          <a:xfrm>
            <a:off x="3586505" y="4435933"/>
            <a:ext cx="215265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spc="-25" dirty="0">
                <a:latin typeface="Arial MT"/>
                <a:cs typeface="Arial MT"/>
              </a:rPr>
              <a:t>A</a:t>
            </a:r>
            <a:r>
              <a:rPr sz="700" spc="-25" dirty="0">
                <a:latin typeface="Arial MT"/>
                <a:cs typeface="Arial MT"/>
              </a:rPr>
              <a:t>21</a:t>
            </a:r>
            <a:endParaRPr sz="700">
              <a:latin typeface="Arial MT"/>
              <a:cs typeface="Arial MT"/>
            </a:endParaRPr>
          </a:p>
        </p:txBody>
      </p:sp>
      <p:sp>
        <p:nvSpPr>
          <p:cNvPr id="21" name="object 17"/>
          <p:cNvSpPr txBox="1"/>
          <p:nvPr/>
        </p:nvSpPr>
        <p:spPr>
          <a:xfrm>
            <a:off x="4171315" y="4435933"/>
            <a:ext cx="215265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spc="-25" dirty="0">
                <a:latin typeface="Arial MT"/>
                <a:cs typeface="Arial MT"/>
              </a:rPr>
              <a:t>A</a:t>
            </a:r>
            <a:r>
              <a:rPr sz="700" spc="-25" dirty="0">
                <a:latin typeface="Arial MT"/>
                <a:cs typeface="Arial MT"/>
              </a:rPr>
              <a:t>22</a:t>
            </a:r>
            <a:endParaRPr sz="700">
              <a:latin typeface="Arial MT"/>
              <a:cs typeface="Arial MT"/>
            </a:endParaRPr>
          </a:p>
        </p:txBody>
      </p:sp>
      <p:sp>
        <p:nvSpPr>
          <p:cNvPr id="22" name="object 18"/>
          <p:cNvSpPr txBox="1"/>
          <p:nvPr/>
        </p:nvSpPr>
        <p:spPr>
          <a:xfrm>
            <a:off x="4830267" y="4435933"/>
            <a:ext cx="215265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spc="-25" dirty="0">
                <a:latin typeface="Arial MT"/>
                <a:cs typeface="Arial MT"/>
              </a:rPr>
              <a:t>A</a:t>
            </a:r>
            <a:r>
              <a:rPr sz="700" spc="-25" dirty="0">
                <a:latin typeface="Arial MT"/>
                <a:cs typeface="Arial MT"/>
              </a:rPr>
              <a:t>23</a:t>
            </a:r>
            <a:endParaRPr sz="700">
              <a:latin typeface="Arial MT"/>
              <a:cs typeface="Arial MT"/>
            </a:endParaRPr>
          </a:p>
        </p:txBody>
      </p:sp>
      <p:sp>
        <p:nvSpPr>
          <p:cNvPr id="32" name="object 19"/>
          <p:cNvSpPr txBox="1"/>
          <p:nvPr/>
        </p:nvSpPr>
        <p:spPr>
          <a:xfrm>
            <a:off x="1360616" y="5505286"/>
            <a:ext cx="20256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b="1" spc="-25" dirty="0">
                <a:solidFill>
                  <a:srgbClr val="0076BA"/>
                </a:solidFill>
                <a:latin typeface="Arial"/>
                <a:cs typeface="Arial"/>
              </a:rPr>
              <a:t>A</a:t>
            </a:r>
            <a:r>
              <a:rPr sz="700" b="1" spc="-25" dirty="0">
                <a:solidFill>
                  <a:srgbClr val="0076BA"/>
                </a:solidFill>
                <a:latin typeface="Arial"/>
                <a:cs typeface="Arial"/>
              </a:rPr>
              <a:t>00</a:t>
            </a:r>
            <a:endParaRPr sz="700">
              <a:latin typeface="Arial"/>
              <a:cs typeface="Arial"/>
            </a:endParaRPr>
          </a:p>
        </p:txBody>
      </p:sp>
      <p:sp>
        <p:nvSpPr>
          <p:cNvPr id="33" name="object 20"/>
          <p:cNvSpPr txBox="1"/>
          <p:nvPr/>
        </p:nvSpPr>
        <p:spPr>
          <a:xfrm>
            <a:off x="1809625" y="5505286"/>
            <a:ext cx="20256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b="1" spc="-25" dirty="0">
                <a:solidFill>
                  <a:srgbClr val="0076BA"/>
                </a:solidFill>
                <a:latin typeface="Arial"/>
                <a:cs typeface="Arial"/>
              </a:rPr>
              <a:t>A</a:t>
            </a:r>
            <a:r>
              <a:rPr sz="700" b="1" spc="-25" dirty="0">
                <a:solidFill>
                  <a:srgbClr val="0076BA"/>
                </a:solidFill>
                <a:latin typeface="Arial"/>
                <a:cs typeface="Arial"/>
              </a:rPr>
              <a:t>10</a:t>
            </a:r>
            <a:endParaRPr sz="700">
              <a:latin typeface="Arial"/>
              <a:cs typeface="Arial"/>
            </a:endParaRPr>
          </a:p>
        </p:txBody>
      </p:sp>
      <p:sp>
        <p:nvSpPr>
          <p:cNvPr id="34" name="object 21"/>
          <p:cNvSpPr txBox="1"/>
          <p:nvPr/>
        </p:nvSpPr>
        <p:spPr>
          <a:xfrm>
            <a:off x="2258633" y="5505286"/>
            <a:ext cx="57785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387350" algn="l"/>
              </a:tabLst>
            </a:pPr>
            <a:r>
              <a:rPr sz="900" b="1" spc="-25" dirty="0">
                <a:solidFill>
                  <a:srgbClr val="0076BA"/>
                </a:solidFill>
                <a:latin typeface="Arial"/>
                <a:cs typeface="Arial"/>
              </a:rPr>
              <a:t>A</a:t>
            </a:r>
            <a:r>
              <a:rPr sz="700" b="1" spc="-25" dirty="0">
                <a:solidFill>
                  <a:srgbClr val="0076BA"/>
                </a:solidFill>
                <a:latin typeface="Arial"/>
                <a:cs typeface="Arial"/>
              </a:rPr>
              <a:t>20</a:t>
            </a:r>
            <a:r>
              <a:rPr sz="700" b="1" dirty="0">
                <a:solidFill>
                  <a:srgbClr val="0076BA"/>
                </a:solidFill>
                <a:latin typeface="Arial"/>
                <a:cs typeface="Arial"/>
              </a:rPr>
              <a:t>	</a:t>
            </a:r>
            <a:r>
              <a:rPr sz="900" b="1" spc="-25" dirty="0">
                <a:solidFill>
                  <a:srgbClr val="D31876"/>
                </a:solidFill>
                <a:latin typeface="Arial"/>
                <a:cs typeface="Arial"/>
              </a:rPr>
              <a:t>A</a:t>
            </a:r>
            <a:r>
              <a:rPr sz="700" b="1" spc="-25" dirty="0">
                <a:solidFill>
                  <a:srgbClr val="D31876"/>
                </a:solidFill>
                <a:latin typeface="Arial"/>
                <a:cs typeface="Arial"/>
              </a:rPr>
              <a:t>01</a:t>
            </a:r>
            <a:endParaRPr sz="700">
              <a:latin typeface="Arial"/>
              <a:cs typeface="Arial"/>
            </a:endParaRPr>
          </a:p>
        </p:txBody>
      </p:sp>
      <p:sp>
        <p:nvSpPr>
          <p:cNvPr id="35" name="object 22"/>
          <p:cNvSpPr txBox="1"/>
          <p:nvPr/>
        </p:nvSpPr>
        <p:spPr>
          <a:xfrm>
            <a:off x="3082508" y="5505286"/>
            <a:ext cx="20256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b="1" spc="-25" dirty="0">
                <a:solidFill>
                  <a:srgbClr val="D31876"/>
                </a:solidFill>
                <a:latin typeface="Arial"/>
                <a:cs typeface="Arial"/>
              </a:rPr>
              <a:t>A</a:t>
            </a:r>
            <a:r>
              <a:rPr sz="700" b="1" spc="-25" dirty="0">
                <a:solidFill>
                  <a:srgbClr val="D31876"/>
                </a:solidFill>
                <a:latin typeface="Arial"/>
                <a:cs typeface="Arial"/>
              </a:rPr>
              <a:t>11</a:t>
            </a:r>
            <a:endParaRPr sz="700">
              <a:latin typeface="Arial"/>
              <a:cs typeface="Arial"/>
            </a:endParaRPr>
          </a:p>
        </p:txBody>
      </p:sp>
      <p:sp>
        <p:nvSpPr>
          <p:cNvPr id="36" name="object 23"/>
          <p:cNvSpPr txBox="1"/>
          <p:nvPr/>
        </p:nvSpPr>
        <p:spPr>
          <a:xfrm>
            <a:off x="3531517" y="5505286"/>
            <a:ext cx="57785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387350" algn="l"/>
              </a:tabLst>
            </a:pPr>
            <a:r>
              <a:rPr sz="900" b="1" spc="-25" dirty="0">
                <a:solidFill>
                  <a:srgbClr val="D31876"/>
                </a:solidFill>
                <a:latin typeface="Arial"/>
                <a:cs typeface="Arial"/>
              </a:rPr>
              <a:t>A</a:t>
            </a:r>
            <a:r>
              <a:rPr sz="700" b="1" spc="-25" dirty="0">
                <a:solidFill>
                  <a:srgbClr val="D31876"/>
                </a:solidFill>
                <a:latin typeface="Arial"/>
                <a:cs typeface="Arial"/>
              </a:rPr>
              <a:t>21</a:t>
            </a:r>
            <a:r>
              <a:rPr sz="700" b="1" dirty="0">
                <a:solidFill>
                  <a:srgbClr val="D31876"/>
                </a:solidFill>
                <a:latin typeface="Arial"/>
                <a:cs typeface="Arial"/>
              </a:rPr>
              <a:t>	</a:t>
            </a:r>
            <a:r>
              <a:rPr sz="900" b="1" spc="-25" dirty="0">
                <a:solidFill>
                  <a:srgbClr val="1DB100"/>
                </a:solidFill>
                <a:latin typeface="Arial"/>
                <a:cs typeface="Arial"/>
              </a:rPr>
              <a:t>A</a:t>
            </a:r>
            <a:r>
              <a:rPr sz="700" b="1" spc="-25" dirty="0">
                <a:solidFill>
                  <a:srgbClr val="1DB100"/>
                </a:solidFill>
                <a:latin typeface="Arial"/>
                <a:cs typeface="Arial"/>
              </a:rPr>
              <a:t>02</a:t>
            </a:r>
            <a:endParaRPr sz="700">
              <a:latin typeface="Arial"/>
              <a:cs typeface="Arial"/>
            </a:endParaRPr>
          </a:p>
        </p:txBody>
      </p:sp>
      <p:sp>
        <p:nvSpPr>
          <p:cNvPr id="37" name="object 24"/>
          <p:cNvSpPr txBox="1"/>
          <p:nvPr/>
        </p:nvSpPr>
        <p:spPr>
          <a:xfrm>
            <a:off x="4355391" y="5505286"/>
            <a:ext cx="20256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b="1" spc="-25" dirty="0">
                <a:solidFill>
                  <a:srgbClr val="1DB100"/>
                </a:solidFill>
                <a:latin typeface="Arial"/>
                <a:cs typeface="Arial"/>
              </a:rPr>
              <a:t>A</a:t>
            </a:r>
            <a:r>
              <a:rPr sz="700" b="1" spc="-25" dirty="0">
                <a:solidFill>
                  <a:srgbClr val="1DB100"/>
                </a:solidFill>
                <a:latin typeface="Arial"/>
                <a:cs typeface="Arial"/>
              </a:rPr>
              <a:t>12</a:t>
            </a:r>
            <a:endParaRPr sz="700">
              <a:latin typeface="Arial"/>
              <a:cs typeface="Arial"/>
            </a:endParaRPr>
          </a:p>
        </p:txBody>
      </p:sp>
      <p:sp>
        <p:nvSpPr>
          <p:cNvPr id="38" name="object 25"/>
          <p:cNvSpPr txBox="1"/>
          <p:nvPr/>
        </p:nvSpPr>
        <p:spPr>
          <a:xfrm>
            <a:off x="4804399" y="5505286"/>
            <a:ext cx="20256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b="1" spc="-25" dirty="0">
                <a:solidFill>
                  <a:srgbClr val="1DB100"/>
                </a:solidFill>
                <a:latin typeface="Arial"/>
                <a:cs typeface="Arial"/>
              </a:rPr>
              <a:t>A</a:t>
            </a:r>
            <a:r>
              <a:rPr sz="700" b="1" spc="-25" dirty="0">
                <a:solidFill>
                  <a:srgbClr val="1DB100"/>
                </a:solidFill>
                <a:latin typeface="Arial"/>
                <a:cs typeface="Arial"/>
              </a:rPr>
              <a:t>22</a:t>
            </a:r>
            <a:endParaRPr sz="700">
              <a:latin typeface="Arial"/>
              <a:cs typeface="Arial"/>
            </a:endParaRPr>
          </a:p>
        </p:txBody>
      </p:sp>
      <p:sp>
        <p:nvSpPr>
          <p:cNvPr id="39" name="object 26"/>
          <p:cNvSpPr txBox="1"/>
          <p:nvPr/>
        </p:nvSpPr>
        <p:spPr>
          <a:xfrm>
            <a:off x="5253408" y="5505286"/>
            <a:ext cx="60261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412115" algn="l"/>
              </a:tabLst>
            </a:pPr>
            <a:r>
              <a:rPr sz="900" b="1" spc="-25" dirty="0">
                <a:solidFill>
                  <a:srgbClr val="F27200"/>
                </a:solidFill>
                <a:latin typeface="Arial"/>
                <a:cs typeface="Arial"/>
              </a:rPr>
              <a:t>A</a:t>
            </a:r>
            <a:r>
              <a:rPr sz="700" b="1" spc="-25" dirty="0">
                <a:solidFill>
                  <a:srgbClr val="F27200"/>
                </a:solidFill>
                <a:latin typeface="Arial"/>
                <a:cs typeface="Arial"/>
              </a:rPr>
              <a:t>03</a:t>
            </a:r>
            <a:r>
              <a:rPr sz="700" b="1" dirty="0">
                <a:solidFill>
                  <a:srgbClr val="F27200"/>
                </a:solidFill>
                <a:latin typeface="Arial"/>
                <a:cs typeface="Arial"/>
              </a:rPr>
              <a:t>	</a:t>
            </a:r>
            <a:r>
              <a:rPr sz="900" b="1" spc="-25" dirty="0">
                <a:solidFill>
                  <a:srgbClr val="F27200"/>
                </a:solidFill>
                <a:latin typeface="Arial"/>
                <a:cs typeface="Arial"/>
              </a:rPr>
              <a:t>A</a:t>
            </a:r>
            <a:r>
              <a:rPr sz="700" b="1" spc="-25" dirty="0">
                <a:solidFill>
                  <a:srgbClr val="F27200"/>
                </a:solidFill>
                <a:latin typeface="Arial"/>
                <a:cs typeface="Arial"/>
              </a:rPr>
              <a:t>13</a:t>
            </a:r>
            <a:endParaRPr sz="700">
              <a:latin typeface="Arial"/>
              <a:cs typeface="Arial"/>
            </a:endParaRPr>
          </a:p>
        </p:txBody>
      </p:sp>
      <p:sp>
        <p:nvSpPr>
          <p:cNvPr id="40" name="object 27"/>
          <p:cNvSpPr txBox="1"/>
          <p:nvPr/>
        </p:nvSpPr>
        <p:spPr>
          <a:xfrm>
            <a:off x="6077282" y="5505286"/>
            <a:ext cx="20256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b="1" spc="-25" dirty="0">
                <a:solidFill>
                  <a:srgbClr val="F27200"/>
                </a:solidFill>
                <a:latin typeface="Arial"/>
                <a:cs typeface="Arial"/>
              </a:rPr>
              <a:t>A</a:t>
            </a:r>
            <a:r>
              <a:rPr sz="700" b="1" spc="-25" dirty="0">
                <a:solidFill>
                  <a:srgbClr val="F27200"/>
                </a:solidFill>
                <a:latin typeface="Arial"/>
                <a:cs typeface="Arial"/>
              </a:rPr>
              <a:t>23</a:t>
            </a:r>
            <a:endParaRPr sz="70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249200421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3674BF57-85B6-88C6-779E-A93F627462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Question based on RMO and CMO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AB6594B7-8A7B-2F44-881F-09966EFB480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xmlns="" id="{B71A4659-D503-43A9-464A-B59CFADE5D4F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7410" name="AutoShape 2" descr="Row and Column Major Ordering in an Array | TechAlmirah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7412" name="AutoShape 4" descr="row major order in an Array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7414" name="AutoShape 6" descr="row major order in an Array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7416" name="AutoShape 8" descr="Column major order in an Array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7418" name="AutoShape 10" descr="Addressing Formulas for Sparse Matrices Using Column Major in 1D Arrays.pptx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261887051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BBDB2212-65DC-A038-57AF-A0DD7E7003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Static</a:t>
            </a:r>
            <a:r>
              <a:rPr lang="en-US" spc="-85" dirty="0" smtClean="0"/>
              <a:t> </a:t>
            </a:r>
            <a:r>
              <a:rPr lang="en-US" dirty="0" err="1" smtClean="0"/>
              <a:t>vs</a:t>
            </a:r>
            <a:r>
              <a:rPr lang="en-US" spc="-85" dirty="0" smtClean="0"/>
              <a:t> </a:t>
            </a:r>
            <a:r>
              <a:rPr lang="en-US" dirty="0" smtClean="0"/>
              <a:t>Dynamic</a:t>
            </a:r>
            <a:r>
              <a:rPr lang="en-US" spc="-85" dirty="0" smtClean="0"/>
              <a:t> </a:t>
            </a:r>
            <a:r>
              <a:rPr lang="en-US" spc="-10" dirty="0" smtClean="0"/>
              <a:t>Arrays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A748FE8E-7936-F0CD-D01E-A1C3609B4C5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xmlns="" id="{942C748F-E808-44A6-3F66-FDFF2F20010F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object 3"/>
          <p:cNvSpPr txBox="1"/>
          <p:nvPr/>
        </p:nvSpPr>
        <p:spPr>
          <a:xfrm>
            <a:off x="711200" y="1484503"/>
            <a:ext cx="11246338" cy="57092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98120" indent="-185420">
              <a:lnSpc>
                <a:spcPct val="100000"/>
              </a:lnSpc>
              <a:spcBef>
                <a:spcPts val="100"/>
              </a:spcBef>
              <a:buChar char="•"/>
              <a:tabLst>
                <a:tab pos="198120" algn="l"/>
              </a:tabLst>
            </a:pPr>
            <a:r>
              <a:rPr lang="en-US" sz="1500" dirty="0" smtClean="0">
                <a:latin typeface="Arial MT"/>
                <a:cs typeface="Arial MT"/>
              </a:rPr>
              <a:t>Static</a:t>
            </a:r>
            <a:r>
              <a:rPr lang="en-US" sz="1500" spc="-15" dirty="0" smtClean="0">
                <a:latin typeface="Arial MT"/>
                <a:cs typeface="Arial MT"/>
              </a:rPr>
              <a:t> </a:t>
            </a:r>
            <a:r>
              <a:rPr lang="en-US" sz="1500" dirty="0" smtClean="0">
                <a:latin typeface="Arial MT"/>
                <a:cs typeface="Arial MT"/>
              </a:rPr>
              <a:t>array</a:t>
            </a:r>
            <a:r>
              <a:rPr lang="en-US" sz="1500" spc="-10" dirty="0" smtClean="0">
                <a:latin typeface="Arial MT"/>
                <a:cs typeface="Arial MT"/>
              </a:rPr>
              <a:t> </a:t>
            </a:r>
            <a:r>
              <a:rPr lang="en-US" sz="1500" dirty="0" smtClean="0">
                <a:latin typeface="Arial MT"/>
                <a:cs typeface="Arial MT"/>
              </a:rPr>
              <a:t>means</a:t>
            </a:r>
            <a:r>
              <a:rPr lang="en-US" sz="1500" spc="-10" dirty="0" smtClean="0">
                <a:latin typeface="Arial MT"/>
                <a:cs typeface="Arial MT"/>
              </a:rPr>
              <a:t> </a:t>
            </a:r>
            <a:r>
              <a:rPr lang="en-US" sz="1500" dirty="0" smtClean="0">
                <a:latin typeface="Arial MT"/>
                <a:cs typeface="Arial MT"/>
              </a:rPr>
              <a:t>the</a:t>
            </a:r>
            <a:r>
              <a:rPr lang="en-US" sz="1500" spc="-10" dirty="0" smtClean="0">
                <a:latin typeface="Arial MT"/>
                <a:cs typeface="Arial MT"/>
              </a:rPr>
              <a:t> </a:t>
            </a:r>
            <a:r>
              <a:rPr lang="en-US" sz="1500" dirty="0" smtClean="0">
                <a:latin typeface="Arial MT"/>
                <a:cs typeface="Arial MT"/>
              </a:rPr>
              <a:t>size</a:t>
            </a:r>
            <a:r>
              <a:rPr lang="en-US" sz="1500" spc="-15" dirty="0" smtClean="0">
                <a:latin typeface="Arial MT"/>
                <a:cs typeface="Arial MT"/>
              </a:rPr>
              <a:t> </a:t>
            </a:r>
            <a:r>
              <a:rPr lang="en-US" sz="1500" dirty="0" smtClean="0">
                <a:latin typeface="Arial MT"/>
                <a:cs typeface="Arial MT"/>
              </a:rPr>
              <a:t>of</a:t>
            </a:r>
            <a:r>
              <a:rPr lang="en-US" sz="1500" spc="-10" dirty="0" smtClean="0">
                <a:latin typeface="Arial MT"/>
                <a:cs typeface="Arial MT"/>
              </a:rPr>
              <a:t> </a:t>
            </a:r>
            <a:r>
              <a:rPr lang="en-US" sz="1500" dirty="0" smtClean="0">
                <a:latin typeface="Arial MT"/>
                <a:cs typeface="Arial MT"/>
              </a:rPr>
              <a:t>an</a:t>
            </a:r>
            <a:r>
              <a:rPr lang="en-US" sz="1500" spc="-10" dirty="0" smtClean="0">
                <a:latin typeface="Arial MT"/>
                <a:cs typeface="Arial MT"/>
              </a:rPr>
              <a:t> </a:t>
            </a:r>
            <a:r>
              <a:rPr lang="en-US" sz="1500" dirty="0" smtClean="0">
                <a:latin typeface="Arial MT"/>
                <a:cs typeface="Arial MT"/>
              </a:rPr>
              <a:t>array</a:t>
            </a:r>
            <a:r>
              <a:rPr lang="en-US" sz="1500" spc="-10" dirty="0" smtClean="0">
                <a:latin typeface="Arial MT"/>
                <a:cs typeface="Arial MT"/>
              </a:rPr>
              <a:t> </a:t>
            </a:r>
            <a:r>
              <a:rPr lang="en-US" sz="1500" dirty="0" smtClean="0">
                <a:latin typeface="Arial MT"/>
                <a:cs typeface="Arial MT"/>
              </a:rPr>
              <a:t>is</a:t>
            </a:r>
            <a:r>
              <a:rPr lang="en-US" sz="1500" spc="-15" dirty="0" smtClean="0">
                <a:latin typeface="Arial MT"/>
                <a:cs typeface="Arial MT"/>
              </a:rPr>
              <a:t> </a:t>
            </a:r>
            <a:r>
              <a:rPr lang="en-US" sz="1500" dirty="0" smtClean="0">
                <a:latin typeface="Arial MT"/>
                <a:cs typeface="Arial MT"/>
              </a:rPr>
              <a:t>static</a:t>
            </a:r>
            <a:r>
              <a:rPr lang="en-US" sz="1500" spc="-10" dirty="0" smtClean="0">
                <a:latin typeface="Arial MT"/>
                <a:cs typeface="Arial MT"/>
              </a:rPr>
              <a:t> </a:t>
            </a:r>
            <a:r>
              <a:rPr lang="en-US" sz="1500" dirty="0" smtClean="0">
                <a:latin typeface="Arial MT"/>
                <a:cs typeface="Arial MT"/>
              </a:rPr>
              <a:t>I.e.;</a:t>
            </a:r>
            <a:r>
              <a:rPr lang="en-US" sz="1500" spc="390" dirty="0" smtClean="0">
                <a:latin typeface="Arial MT"/>
                <a:cs typeface="Arial MT"/>
              </a:rPr>
              <a:t> </a:t>
            </a:r>
            <a:r>
              <a:rPr lang="en-US" sz="1500" spc="-10" dirty="0" smtClean="0">
                <a:latin typeface="Arial MT"/>
                <a:cs typeface="Arial MT"/>
              </a:rPr>
              <a:t>fixed</a:t>
            </a:r>
            <a:endParaRPr lang="en-US" sz="1500" dirty="0" smtClean="0">
              <a:latin typeface="Arial MT"/>
              <a:cs typeface="Arial MT"/>
            </a:endParaRPr>
          </a:p>
          <a:p>
            <a:pPr marL="198120" indent="-185420">
              <a:lnSpc>
                <a:spcPct val="100000"/>
              </a:lnSpc>
              <a:spcBef>
                <a:spcPts val="1600"/>
              </a:spcBef>
              <a:buChar char="•"/>
              <a:tabLst>
                <a:tab pos="198120" algn="l"/>
              </a:tabLst>
            </a:pPr>
            <a:r>
              <a:rPr lang="en-US" sz="1500" dirty="0" smtClean="0">
                <a:latin typeface="Arial MT"/>
                <a:cs typeface="Arial MT"/>
              </a:rPr>
              <a:t>Dynamic</a:t>
            </a:r>
            <a:r>
              <a:rPr lang="en-US" sz="1500" spc="-30" dirty="0" smtClean="0">
                <a:latin typeface="Arial MT"/>
                <a:cs typeface="Arial MT"/>
              </a:rPr>
              <a:t> </a:t>
            </a:r>
            <a:r>
              <a:rPr lang="en-US" sz="1500" dirty="0" smtClean="0">
                <a:latin typeface="Arial MT"/>
                <a:cs typeface="Arial MT"/>
              </a:rPr>
              <a:t>array</a:t>
            </a:r>
            <a:r>
              <a:rPr lang="en-US" sz="1500" spc="-25" dirty="0" smtClean="0">
                <a:latin typeface="Arial MT"/>
                <a:cs typeface="Arial MT"/>
              </a:rPr>
              <a:t> </a:t>
            </a:r>
            <a:r>
              <a:rPr lang="en-US" sz="1500" dirty="0" smtClean="0">
                <a:latin typeface="Arial MT"/>
                <a:cs typeface="Arial MT"/>
              </a:rPr>
              <a:t>means</a:t>
            </a:r>
            <a:r>
              <a:rPr lang="en-US" sz="1500" spc="-25" dirty="0" smtClean="0">
                <a:latin typeface="Arial MT"/>
                <a:cs typeface="Arial MT"/>
              </a:rPr>
              <a:t> </a:t>
            </a:r>
            <a:r>
              <a:rPr lang="en-US" sz="1500" dirty="0" smtClean="0">
                <a:latin typeface="Arial MT"/>
                <a:cs typeface="Arial MT"/>
              </a:rPr>
              <a:t>the</a:t>
            </a:r>
            <a:r>
              <a:rPr lang="en-US" sz="1500" spc="-25" dirty="0" smtClean="0">
                <a:latin typeface="Arial MT"/>
                <a:cs typeface="Arial MT"/>
              </a:rPr>
              <a:t> </a:t>
            </a:r>
            <a:r>
              <a:rPr lang="en-US" sz="1500" dirty="0" smtClean="0">
                <a:latin typeface="Arial MT"/>
                <a:cs typeface="Arial MT"/>
              </a:rPr>
              <a:t>size</a:t>
            </a:r>
            <a:r>
              <a:rPr lang="en-US" sz="1500" spc="-30" dirty="0" smtClean="0">
                <a:latin typeface="Arial MT"/>
                <a:cs typeface="Arial MT"/>
              </a:rPr>
              <a:t> </a:t>
            </a:r>
            <a:r>
              <a:rPr lang="en-US" sz="1500" dirty="0" smtClean="0">
                <a:latin typeface="Arial MT"/>
                <a:cs typeface="Arial MT"/>
              </a:rPr>
              <a:t>of</a:t>
            </a:r>
            <a:r>
              <a:rPr lang="en-US" sz="1500" spc="-25" dirty="0" smtClean="0">
                <a:latin typeface="Arial MT"/>
                <a:cs typeface="Arial MT"/>
              </a:rPr>
              <a:t> </a:t>
            </a:r>
            <a:r>
              <a:rPr lang="en-US" sz="1500" dirty="0" smtClean="0">
                <a:latin typeface="Arial MT"/>
                <a:cs typeface="Arial MT"/>
              </a:rPr>
              <a:t>an</a:t>
            </a:r>
            <a:r>
              <a:rPr lang="en-US" sz="1500" spc="-25" dirty="0" smtClean="0">
                <a:latin typeface="Arial MT"/>
                <a:cs typeface="Arial MT"/>
              </a:rPr>
              <a:t> </a:t>
            </a:r>
            <a:r>
              <a:rPr lang="en-US" sz="1500" dirty="0" smtClean="0">
                <a:latin typeface="Arial MT"/>
                <a:cs typeface="Arial MT"/>
              </a:rPr>
              <a:t>array</a:t>
            </a:r>
            <a:r>
              <a:rPr lang="en-US" sz="1500" spc="-25" dirty="0" smtClean="0">
                <a:latin typeface="Arial MT"/>
                <a:cs typeface="Arial MT"/>
              </a:rPr>
              <a:t> </a:t>
            </a:r>
            <a:r>
              <a:rPr lang="en-US" sz="1500" dirty="0" smtClean="0">
                <a:latin typeface="Arial MT"/>
                <a:cs typeface="Arial MT"/>
              </a:rPr>
              <a:t>is</a:t>
            </a:r>
            <a:r>
              <a:rPr lang="en-US" sz="1500" spc="-30" dirty="0" smtClean="0">
                <a:latin typeface="Arial MT"/>
                <a:cs typeface="Arial MT"/>
              </a:rPr>
              <a:t> </a:t>
            </a:r>
            <a:r>
              <a:rPr lang="en-US" sz="1500" dirty="0" smtClean="0">
                <a:latin typeface="Arial MT"/>
                <a:cs typeface="Arial MT"/>
              </a:rPr>
              <a:t>Dynamic</a:t>
            </a:r>
            <a:r>
              <a:rPr lang="en-US" sz="1500" spc="-25" dirty="0" smtClean="0">
                <a:latin typeface="Arial MT"/>
                <a:cs typeface="Arial MT"/>
              </a:rPr>
              <a:t> </a:t>
            </a:r>
            <a:r>
              <a:rPr lang="en-US" sz="1500" dirty="0" smtClean="0">
                <a:latin typeface="Arial MT"/>
                <a:cs typeface="Arial MT"/>
              </a:rPr>
              <a:t>I.e.;</a:t>
            </a:r>
            <a:r>
              <a:rPr lang="en-US" sz="1500" spc="360" dirty="0" smtClean="0">
                <a:latin typeface="Arial MT"/>
                <a:cs typeface="Arial MT"/>
              </a:rPr>
              <a:t> </a:t>
            </a:r>
            <a:r>
              <a:rPr lang="en-US" sz="1500" spc="-10" dirty="0" smtClean="0">
                <a:latin typeface="Arial MT"/>
                <a:cs typeface="Arial MT"/>
              </a:rPr>
              <a:t>flexible</a:t>
            </a:r>
            <a:endParaRPr lang="en-US" sz="1500" dirty="0" smtClean="0">
              <a:latin typeface="Arial MT"/>
              <a:cs typeface="Arial MT"/>
            </a:endParaRPr>
          </a:p>
          <a:p>
            <a:pPr marL="198120" indent="-185420">
              <a:lnSpc>
                <a:spcPct val="100000"/>
              </a:lnSpc>
              <a:spcBef>
                <a:spcPts val="1600"/>
              </a:spcBef>
              <a:buChar char="•"/>
              <a:tabLst>
                <a:tab pos="198120" algn="l"/>
              </a:tabLst>
            </a:pPr>
            <a:r>
              <a:rPr lang="en-US" sz="1500" dirty="0" smtClean="0">
                <a:latin typeface="Arial MT"/>
                <a:cs typeface="Arial MT"/>
              </a:rPr>
              <a:t>When</a:t>
            </a:r>
            <a:r>
              <a:rPr lang="en-US" sz="1500" spc="-5" dirty="0" smtClean="0">
                <a:latin typeface="Arial MT"/>
                <a:cs typeface="Arial MT"/>
              </a:rPr>
              <a:t> </a:t>
            </a:r>
            <a:r>
              <a:rPr lang="en-US" sz="1500" dirty="0" smtClean="0">
                <a:latin typeface="Arial MT"/>
                <a:cs typeface="Arial MT"/>
              </a:rPr>
              <a:t>an</a:t>
            </a:r>
            <a:r>
              <a:rPr lang="en-US" sz="1500" spc="-5" dirty="0" smtClean="0">
                <a:latin typeface="Arial MT"/>
                <a:cs typeface="Arial MT"/>
              </a:rPr>
              <a:t> </a:t>
            </a:r>
            <a:r>
              <a:rPr lang="en-US" sz="1500" dirty="0" smtClean="0">
                <a:latin typeface="Arial MT"/>
                <a:cs typeface="Arial MT"/>
              </a:rPr>
              <a:t>array</a:t>
            </a:r>
            <a:r>
              <a:rPr lang="en-US" sz="1500" spc="-5" dirty="0" smtClean="0">
                <a:latin typeface="Arial MT"/>
                <a:cs typeface="Arial MT"/>
              </a:rPr>
              <a:t> </a:t>
            </a:r>
            <a:r>
              <a:rPr lang="en-US" sz="1500" dirty="0" smtClean="0">
                <a:latin typeface="Arial MT"/>
                <a:cs typeface="Arial MT"/>
              </a:rPr>
              <a:t>is</a:t>
            </a:r>
            <a:r>
              <a:rPr lang="en-US" sz="1500" spc="-5" dirty="0" smtClean="0">
                <a:latin typeface="Arial MT"/>
                <a:cs typeface="Arial MT"/>
              </a:rPr>
              <a:t> </a:t>
            </a:r>
            <a:r>
              <a:rPr lang="en-US" sz="1500" dirty="0" smtClean="0">
                <a:latin typeface="Arial MT"/>
                <a:cs typeface="Arial MT"/>
              </a:rPr>
              <a:t>created</a:t>
            </a:r>
            <a:r>
              <a:rPr lang="en-US" sz="1500" spc="-5" dirty="0" smtClean="0">
                <a:latin typeface="Arial MT"/>
                <a:cs typeface="Arial MT"/>
              </a:rPr>
              <a:t> </a:t>
            </a:r>
            <a:r>
              <a:rPr lang="en-US" sz="1500" dirty="0" smtClean="0">
                <a:latin typeface="Arial MT"/>
                <a:cs typeface="Arial MT"/>
              </a:rPr>
              <a:t>it</a:t>
            </a:r>
            <a:r>
              <a:rPr lang="en-US" sz="1500" spc="-5" dirty="0" smtClean="0">
                <a:latin typeface="Arial MT"/>
                <a:cs typeface="Arial MT"/>
              </a:rPr>
              <a:t> </a:t>
            </a:r>
            <a:r>
              <a:rPr lang="en-US" sz="1500" dirty="0" smtClean="0">
                <a:latin typeface="Arial MT"/>
                <a:cs typeface="Arial MT"/>
              </a:rPr>
              <a:t>is</a:t>
            </a:r>
            <a:r>
              <a:rPr lang="en-US" sz="1500" spc="-5" dirty="0" smtClean="0">
                <a:latin typeface="Arial MT"/>
                <a:cs typeface="Arial MT"/>
              </a:rPr>
              <a:t> </a:t>
            </a:r>
            <a:r>
              <a:rPr lang="en-US" sz="1500" dirty="0" smtClean="0">
                <a:latin typeface="Arial MT"/>
                <a:cs typeface="Arial MT"/>
              </a:rPr>
              <a:t>created inside</a:t>
            </a:r>
            <a:r>
              <a:rPr lang="en-US" sz="1500" spc="-5" dirty="0" smtClean="0">
                <a:latin typeface="Arial MT"/>
                <a:cs typeface="Arial MT"/>
              </a:rPr>
              <a:t> </a:t>
            </a:r>
            <a:r>
              <a:rPr lang="en-US" sz="1500" dirty="0" smtClean="0">
                <a:latin typeface="Arial MT"/>
                <a:cs typeface="Arial MT"/>
              </a:rPr>
              <a:t>Stacking</a:t>
            </a:r>
            <a:r>
              <a:rPr lang="en-US" sz="1500" spc="-5" dirty="0" smtClean="0">
                <a:latin typeface="Arial MT"/>
                <a:cs typeface="Arial MT"/>
              </a:rPr>
              <a:t> </a:t>
            </a:r>
            <a:r>
              <a:rPr lang="en-US" sz="1500" dirty="0" smtClean="0">
                <a:latin typeface="Arial MT"/>
                <a:cs typeface="Arial MT"/>
              </a:rPr>
              <a:t>the</a:t>
            </a:r>
            <a:r>
              <a:rPr lang="en-US" sz="1500" spc="-5" dirty="0" smtClean="0">
                <a:latin typeface="Arial MT"/>
                <a:cs typeface="Arial MT"/>
              </a:rPr>
              <a:t> </a:t>
            </a:r>
            <a:r>
              <a:rPr lang="en-US" sz="1500" spc="-10" dirty="0" smtClean="0">
                <a:latin typeface="Arial MT"/>
                <a:cs typeface="Arial MT"/>
              </a:rPr>
              <a:t>memory</a:t>
            </a:r>
            <a:endParaRPr lang="en-US" sz="1500" dirty="0" smtClean="0">
              <a:latin typeface="Arial MT"/>
              <a:cs typeface="Arial MT"/>
            </a:endParaRPr>
          </a:p>
          <a:p>
            <a:pPr marL="198120" indent="-185420">
              <a:lnSpc>
                <a:spcPct val="100000"/>
              </a:lnSpc>
              <a:spcBef>
                <a:spcPts val="1600"/>
              </a:spcBef>
              <a:buChar char="•"/>
              <a:tabLst>
                <a:tab pos="198120" algn="l"/>
              </a:tabLst>
            </a:pPr>
            <a:r>
              <a:rPr lang="en-US" sz="1500" spc="-10" dirty="0" smtClean="0">
                <a:latin typeface="Arial MT"/>
                <a:cs typeface="Arial MT"/>
              </a:rPr>
              <a:t>The</a:t>
            </a:r>
            <a:r>
              <a:rPr lang="en-US" sz="1500" spc="10" dirty="0" smtClean="0">
                <a:latin typeface="Arial MT"/>
                <a:cs typeface="Arial MT"/>
              </a:rPr>
              <a:t> </a:t>
            </a:r>
            <a:r>
              <a:rPr lang="en-US" sz="1500" dirty="0" smtClean="0">
                <a:latin typeface="Arial MT"/>
                <a:cs typeface="Arial MT"/>
              </a:rPr>
              <a:t>size</a:t>
            </a:r>
            <a:r>
              <a:rPr lang="en-US" sz="1500" spc="10" dirty="0" smtClean="0">
                <a:latin typeface="Arial MT"/>
                <a:cs typeface="Arial MT"/>
              </a:rPr>
              <a:t> </a:t>
            </a:r>
            <a:r>
              <a:rPr lang="en-US" sz="1500" dirty="0" smtClean="0">
                <a:latin typeface="Arial MT"/>
                <a:cs typeface="Arial MT"/>
              </a:rPr>
              <a:t>of</a:t>
            </a:r>
            <a:r>
              <a:rPr lang="en-US" sz="1500" spc="10" dirty="0" smtClean="0">
                <a:latin typeface="Arial MT"/>
                <a:cs typeface="Arial MT"/>
              </a:rPr>
              <a:t> </a:t>
            </a:r>
            <a:r>
              <a:rPr lang="en-US" sz="1500" dirty="0" smtClean="0">
                <a:latin typeface="Arial MT"/>
                <a:cs typeface="Arial MT"/>
              </a:rPr>
              <a:t>the</a:t>
            </a:r>
            <a:r>
              <a:rPr lang="en-US" sz="1500" spc="15" dirty="0" smtClean="0">
                <a:latin typeface="Arial MT"/>
                <a:cs typeface="Arial MT"/>
              </a:rPr>
              <a:t> </a:t>
            </a:r>
            <a:r>
              <a:rPr lang="en-US" sz="1500" dirty="0" smtClean="0">
                <a:latin typeface="Arial MT"/>
                <a:cs typeface="Arial MT"/>
              </a:rPr>
              <a:t>array</a:t>
            </a:r>
            <a:r>
              <a:rPr lang="en-US" sz="1500" spc="10" dirty="0" smtClean="0">
                <a:latin typeface="Arial MT"/>
                <a:cs typeface="Arial MT"/>
              </a:rPr>
              <a:t> </a:t>
            </a:r>
            <a:r>
              <a:rPr lang="en-US" sz="1500" dirty="0" smtClean="0">
                <a:latin typeface="Arial MT"/>
                <a:cs typeface="Arial MT"/>
              </a:rPr>
              <a:t>is</a:t>
            </a:r>
            <a:r>
              <a:rPr lang="en-US" sz="1500" spc="10" dirty="0" smtClean="0">
                <a:latin typeface="Arial MT"/>
                <a:cs typeface="Arial MT"/>
              </a:rPr>
              <a:t> </a:t>
            </a:r>
            <a:r>
              <a:rPr lang="en-US" sz="1500" dirty="0" smtClean="0">
                <a:latin typeface="Arial MT"/>
                <a:cs typeface="Arial MT"/>
              </a:rPr>
              <a:t>decided</a:t>
            </a:r>
            <a:r>
              <a:rPr lang="en-US" sz="1500" spc="10" dirty="0" smtClean="0">
                <a:latin typeface="Arial MT"/>
                <a:cs typeface="Arial MT"/>
              </a:rPr>
              <a:t> </a:t>
            </a:r>
            <a:r>
              <a:rPr lang="en-US" sz="1500" dirty="0" smtClean="0">
                <a:latin typeface="Arial MT"/>
                <a:cs typeface="Arial MT"/>
              </a:rPr>
              <a:t>during</a:t>
            </a:r>
            <a:r>
              <a:rPr lang="en-US" sz="1500" spc="15" dirty="0" smtClean="0">
                <a:latin typeface="Arial MT"/>
                <a:cs typeface="Arial MT"/>
              </a:rPr>
              <a:t> </a:t>
            </a:r>
            <a:r>
              <a:rPr lang="en-US" sz="1500" dirty="0" smtClean="0">
                <a:latin typeface="Arial MT"/>
                <a:cs typeface="Arial MT"/>
              </a:rPr>
              <a:t>at</a:t>
            </a:r>
            <a:r>
              <a:rPr lang="en-US" sz="1500" spc="10" dirty="0" smtClean="0">
                <a:latin typeface="Arial MT"/>
                <a:cs typeface="Arial MT"/>
              </a:rPr>
              <a:t> </a:t>
            </a:r>
            <a:r>
              <a:rPr lang="en-US" sz="1500" dirty="0" smtClean="0">
                <a:latin typeface="Arial MT"/>
                <a:cs typeface="Arial MT"/>
              </a:rPr>
              <a:t>compile</a:t>
            </a:r>
            <a:r>
              <a:rPr lang="en-US" sz="1500" spc="10" dirty="0" smtClean="0">
                <a:latin typeface="Arial MT"/>
                <a:cs typeface="Arial MT"/>
              </a:rPr>
              <a:t> </a:t>
            </a:r>
            <a:r>
              <a:rPr lang="en-US" sz="1500" spc="-20" dirty="0" smtClean="0">
                <a:latin typeface="Arial MT"/>
                <a:cs typeface="Arial MT"/>
              </a:rPr>
              <a:t>time</a:t>
            </a:r>
            <a:endParaRPr lang="en-US" sz="1500" dirty="0" smtClean="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5"/>
              </a:spcBef>
              <a:buFont typeface="Arial MT"/>
              <a:buChar char="•"/>
            </a:pPr>
            <a:endParaRPr lang="en-US" sz="1500" dirty="0" smtClean="0">
              <a:latin typeface="Arial MT"/>
              <a:cs typeface="Arial MT"/>
            </a:endParaRPr>
          </a:p>
          <a:p>
            <a:pPr marL="197485" marR="222250" indent="-185420">
              <a:lnSpc>
                <a:spcPts val="1700"/>
              </a:lnSpc>
              <a:buChar char="•"/>
              <a:tabLst>
                <a:tab pos="199390" algn="l"/>
              </a:tabLst>
            </a:pPr>
            <a:r>
              <a:rPr lang="en-US" sz="1500" dirty="0" smtClean="0">
                <a:latin typeface="Arial MT"/>
                <a:cs typeface="Arial MT"/>
              </a:rPr>
              <a:t>When</a:t>
            </a:r>
            <a:r>
              <a:rPr lang="en-US" sz="1500" spc="-10" dirty="0" smtClean="0">
                <a:latin typeface="Arial MT"/>
                <a:cs typeface="Arial MT"/>
              </a:rPr>
              <a:t> </a:t>
            </a:r>
            <a:r>
              <a:rPr lang="en-US" sz="1500" dirty="0" smtClean="0">
                <a:latin typeface="Arial MT"/>
                <a:cs typeface="Arial MT"/>
              </a:rPr>
              <a:t>declaring</a:t>
            </a:r>
            <a:r>
              <a:rPr lang="en-US" sz="1500" spc="-5" dirty="0" smtClean="0">
                <a:latin typeface="Arial MT"/>
                <a:cs typeface="Arial MT"/>
              </a:rPr>
              <a:t> </a:t>
            </a:r>
            <a:r>
              <a:rPr lang="en-US" sz="1500" dirty="0" smtClean="0">
                <a:latin typeface="Arial MT"/>
                <a:cs typeface="Arial MT"/>
              </a:rPr>
              <a:t>an</a:t>
            </a:r>
            <a:r>
              <a:rPr lang="en-US" sz="1500" spc="-5" dirty="0" smtClean="0">
                <a:latin typeface="Arial MT"/>
                <a:cs typeface="Arial MT"/>
              </a:rPr>
              <a:t> </a:t>
            </a:r>
            <a:r>
              <a:rPr lang="en-US" sz="1500" dirty="0" smtClean="0">
                <a:latin typeface="Arial MT"/>
                <a:cs typeface="Arial MT"/>
              </a:rPr>
              <a:t>array</a:t>
            </a:r>
            <a:r>
              <a:rPr lang="en-US" sz="1500" spc="-5" dirty="0" smtClean="0">
                <a:latin typeface="Arial MT"/>
                <a:cs typeface="Arial MT"/>
              </a:rPr>
              <a:t> </a:t>
            </a:r>
            <a:r>
              <a:rPr lang="en-US" sz="1500" dirty="0" smtClean="0">
                <a:latin typeface="Arial MT"/>
                <a:cs typeface="Arial MT"/>
              </a:rPr>
              <a:t>it</a:t>
            </a:r>
            <a:r>
              <a:rPr lang="en-US" sz="1500" spc="-5" dirty="0" smtClean="0">
                <a:latin typeface="Arial MT"/>
                <a:cs typeface="Arial MT"/>
              </a:rPr>
              <a:t> </a:t>
            </a:r>
            <a:r>
              <a:rPr lang="en-US" sz="1500" dirty="0" smtClean="0">
                <a:latin typeface="Arial MT"/>
                <a:cs typeface="Arial MT"/>
              </a:rPr>
              <a:t>must</a:t>
            </a:r>
            <a:r>
              <a:rPr lang="en-US" sz="1500" spc="-5" dirty="0" smtClean="0">
                <a:latin typeface="Arial MT"/>
                <a:cs typeface="Arial MT"/>
              </a:rPr>
              <a:t> </a:t>
            </a:r>
            <a:r>
              <a:rPr lang="en-US" sz="1500" dirty="0" smtClean="0">
                <a:latin typeface="Arial MT"/>
                <a:cs typeface="Arial MT"/>
              </a:rPr>
              <a:t>be</a:t>
            </a:r>
            <a:r>
              <a:rPr lang="en-US" sz="1500" spc="-5" dirty="0" smtClean="0">
                <a:latin typeface="Arial MT"/>
                <a:cs typeface="Arial MT"/>
              </a:rPr>
              <a:t> </a:t>
            </a:r>
            <a:r>
              <a:rPr lang="en-US" sz="1500" dirty="0" smtClean="0">
                <a:latin typeface="Arial MT"/>
                <a:cs typeface="Arial MT"/>
              </a:rPr>
              <a:t>a</a:t>
            </a:r>
            <a:r>
              <a:rPr lang="en-US" sz="1500" spc="-5" dirty="0" smtClean="0">
                <a:latin typeface="Arial MT"/>
                <a:cs typeface="Arial MT"/>
              </a:rPr>
              <a:t> </a:t>
            </a:r>
            <a:r>
              <a:rPr lang="en-US" sz="1500" dirty="0" smtClean="0">
                <a:latin typeface="Arial MT"/>
                <a:cs typeface="Arial MT"/>
              </a:rPr>
              <a:t>static</a:t>
            </a:r>
            <a:r>
              <a:rPr lang="en-US" sz="1500" spc="-5" dirty="0" smtClean="0">
                <a:latin typeface="Arial MT"/>
                <a:cs typeface="Arial MT"/>
              </a:rPr>
              <a:t> </a:t>
            </a:r>
            <a:r>
              <a:rPr lang="en-US" sz="1500" dirty="0" smtClean="0">
                <a:latin typeface="Arial MT"/>
                <a:cs typeface="Arial MT"/>
              </a:rPr>
              <a:t>value</a:t>
            </a:r>
            <a:r>
              <a:rPr lang="en-US" sz="1500" spc="-5" dirty="0" smtClean="0">
                <a:latin typeface="Arial MT"/>
                <a:cs typeface="Arial MT"/>
              </a:rPr>
              <a:t> </a:t>
            </a:r>
            <a:r>
              <a:rPr lang="en-US" sz="1500" dirty="0" smtClean="0">
                <a:latin typeface="Arial MT"/>
                <a:cs typeface="Arial MT"/>
              </a:rPr>
              <a:t>only</a:t>
            </a:r>
            <a:r>
              <a:rPr lang="en-US" sz="1500" spc="-5" dirty="0" smtClean="0">
                <a:latin typeface="Arial MT"/>
                <a:cs typeface="Arial MT"/>
              </a:rPr>
              <a:t> </a:t>
            </a:r>
            <a:r>
              <a:rPr lang="en-US" sz="1500" dirty="0" smtClean="0">
                <a:latin typeface="Arial MT"/>
                <a:cs typeface="Arial MT"/>
              </a:rPr>
              <a:t>and</a:t>
            </a:r>
            <a:r>
              <a:rPr lang="en-US" sz="1500" spc="-5" dirty="0" smtClean="0">
                <a:latin typeface="Arial MT"/>
                <a:cs typeface="Arial MT"/>
              </a:rPr>
              <a:t> </a:t>
            </a:r>
            <a:r>
              <a:rPr lang="en-US" sz="1500" spc="-25" dirty="0" smtClean="0">
                <a:latin typeface="Arial MT"/>
                <a:cs typeface="Arial MT"/>
              </a:rPr>
              <a:t>not 	</a:t>
            </a:r>
            <a:r>
              <a:rPr lang="en-US" sz="1500" spc="-10" dirty="0" smtClean="0">
                <a:latin typeface="Arial MT"/>
                <a:cs typeface="Arial MT"/>
              </a:rPr>
              <a:t>variable</a:t>
            </a:r>
            <a:r>
              <a:rPr lang="en-US" sz="1500" spc="15" dirty="0" smtClean="0">
                <a:latin typeface="Arial MT"/>
                <a:cs typeface="Arial MT"/>
              </a:rPr>
              <a:t> </a:t>
            </a:r>
            <a:r>
              <a:rPr lang="en-US" sz="1500" dirty="0" smtClean="0">
                <a:latin typeface="Arial MT"/>
                <a:cs typeface="Arial MT"/>
              </a:rPr>
              <a:t>type</a:t>
            </a:r>
            <a:r>
              <a:rPr lang="en-US" sz="1500" spc="15" dirty="0" smtClean="0">
                <a:latin typeface="Arial MT"/>
                <a:cs typeface="Arial MT"/>
              </a:rPr>
              <a:t> </a:t>
            </a:r>
            <a:r>
              <a:rPr lang="en-US" sz="1500" dirty="0" smtClean="0">
                <a:latin typeface="Arial MT"/>
                <a:cs typeface="Arial MT"/>
              </a:rPr>
              <a:t>in</a:t>
            </a:r>
            <a:r>
              <a:rPr lang="en-US" sz="1500" spc="20" dirty="0" smtClean="0">
                <a:latin typeface="Arial MT"/>
                <a:cs typeface="Arial MT"/>
              </a:rPr>
              <a:t> </a:t>
            </a:r>
            <a:r>
              <a:rPr lang="en-US" sz="1500" spc="50" dirty="0" smtClean="0">
                <a:latin typeface="Arial MT"/>
                <a:cs typeface="Arial MT"/>
              </a:rPr>
              <a:t>c</a:t>
            </a:r>
            <a:r>
              <a:rPr lang="en-US" sz="1500" spc="15" dirty="0" smtClean="0">
                <a:latin typeface="Arial MT"/>
                <a:cs typeface="Arial MT"/>
              </a:rPr>
              <a:t> </a:t>
            </a:r>
            <a:r>
              <a:rPr lang="en-US" sz="1500" dirty="0" smtClean="0">
                <a:latin typeface="Arial MT"/>
                <a:cs typeface="Arial MT"/>
              </a:rPr>
              <a:t>language</a:t>
            </a:r>
            <a:r>
              <a:rPr lang="en-US" sz="1500" spc="15" dirty="0" smtClean="0">
                <a:latin typeface="Arial MT"/>
                <a:cs typeface="Arial MT"/>
              </a:rPr>
              <a:t> </a:t>
            </a:r>
            <a:r>
              <a:rPr lang="en-US" sz="1500" dirty="0" smtClean="0">
                <a:latin typeface="Arial MT"/>
                <a:cs typeface="Arial MT"/>
              </a:rPr>
              <a:t>however</a:t>
            </a:r>
            <a:r>
              <a:rPr lang="en-US" sz="1500" spc="20" dirty="0" smtClean="0">
                <a:latin typeface="Arial MT"/>
                <a:cs typeface="Arial MT"/>
              </a:rPr>
              <a:t> </a:t>
            </a:r>
            <a:r>
              <a:rPr lang="en-US" sz="1500" dirty="0" smtClean="0">
                <a:latin typeface="Arial MT"/>
                <a:cs typeface="Arial MT"/>
              </a:rPr>
              <a:t>in</a:t>
            </a:r>
            <a:r>
              <a:rPr lang="en-US" sz="1500" spc="15" dirty="0" smtClean="0">
                <a:latin typeface="Arial MT"/>
                <a:cs typeface="Arial MT"/>
              </a:rPr>
              <a:t> </a:t>
            </a:r>
            <a:r>
              <a:rPr lang="en-US" sz="1500" dirty="0" err="1" smtClean="0">
                <a:latin typeface="Arial MT"/>
                <a:cs typeface="Arial MT"/>
              </a:rPr>
              <a:t>c++</a:t>
            </a:r>
            <a:r>
              <a:rPr lang="en-US" sz="1500" spc="15" dirty="0" smtClean="0">
                <a:latin typeface="Arial MT"/>
                <a:cs typeface="Arial MT"/>
              </a:rPr>
              <a:t> </a:t>
            </a:r>
            <a:r>
              <a:rPr lang="en-US" sz="1500" dirty="0" smtClean="0">
                <a:latin typeface="Arial MT"/>
                <a:cs typeface="Arial MT"/>
              </a:rPr>
              <a:t>dynamic</a:t>
            </a:r>
            <a:r>
              <a:rPr lang="en-US" sz="1500" spc="20" dirty="0" smtClean="0">
                <a:latin typeface="Arial MT"/>
                <a:cs typeface="Arial MT"/>
              </a:rPr>
              <a:t> </a:t>
            </a:r>
            <a:r>
              <a:rPr lang="en-US" sz="1500" dirty="0" smtClean="0">
                <a:latin typeface="Arial MT"/>
                <a:cs typeface="Arial MT"/>
              </a:rPr>
              <a:t>allocation</a:t>
            </a:r>
            <a:r>
              <a:rPr lang="en-US" sz="1500" spc="15" dirty="0" smtClean="0">
                <a:latin typeface="Arial MT"/>
                <a:cs typeface="Arial MT"/>
              </a:rPr>
              <a:t> </a:t>
            </a:r>
            <a:r>
              <a:rPr lang="en-US" sz="1500" spc="-25" dirty="0" smtClean="0">
                <a:latin typeface="Arial MT"/>
                <a:cs typeface="Arial MT"/>
              </a:rPr>
              <a:t>is 	</a:t>
            </a:r>
            <a:r>
              <a:rPr lang="en-US" sz="1500" dirty="0" smtClean="0">
                <a:latin typeface="Arial MT"/>
                <a:cs typeface="Arial MT"/>
              </a:rPr>
              <a:t>possible</a:t>
            </a:r>
            <a:r>
              <a:rPr lang="en-US" sz="1500" spc="65" dirty="0" smtClean="0">
                <a:latin typeface="Arial MT"/>
                <a:cs typeface="Arial MT"/>
              </a:rPr>
              <a:t> </a:t>
            </a:r>
            <a:r>
              <a:rPr lang="en-US" sz="1500" dirty="0" smtClean="0">
                <a:latin typeface="Arial MT"/>
                <a:cs typeface="Arial MT"/>
              </a:rPr>
              <a:t>during</a:t>
            </a:r>
            <a:r>
              <a:rPr lang="en-US" sz="1500" spc="65" dirty="0" smtClean="0">
                <a:latin typeface="Arial MT"/>
                <a:cs typeface="Arial MT"/>
              </a:rPr>
              <a:t> </a:t>
            </a:r>
            <a:r>
              <a:rPr lang="en-US" sz="1500" dirty="0" smtClean="0">
                <a:latin typeface="Arial MT"/>
                <a:cs typeface="Arial MT"/>
              </a:rPr>
              <a:t>compile</a:t>
            </a:r>
            <a:r>
              <a:rPr lang="en-US" sz="1500" spc="70" dirty="0" smtClean="0">
                <a:latin typeface="Arial MT"/>
                <a:cs typeface="Arial MT"/>
              </a:rPr>
              <a:t> </a:t>
            </a:r>
            <a:r>
              <a:rPr lang="en-US" sz="1500" spc="-20" dirty="0" smtClean="0">
                <a:latin typeface="Arial MT"/>
                <a:cs typeface="Arial MT"/>
              </a:rPr>
              <a:t>time</a:t>
            </a:r>
            <a:endParaRPr lang="en-US" sz="1500" dirty="0" smtClean="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</a:pPr>
            <a:r>
              <a:rPr lang="en-US" sz="1500" spc="-50" dirty="0" smtClean="0">
                <a:latin typeface="Arial MT"/>
                <a:cs typeface="Arial MT"/>
              </a:rPr>
              <a:t>We</a:t>
            </a:r>
            <a:r>
              <a:rPr lang="en-US" sz="1500" spc="-35" dirty="0" smtClean="0">
                <a:latin typeface="Arial MT"/>
                <a:cs typeface="Arial MT"/>
              </a:rPr>
              <a:t> </a:t>
            </a:r>
            <a:r>
              <a:rPr lang="en-US" sz="1500" dirty="0" smtClean="0">
                <a:latin typeface="Arial MT"/>
                <a:cs typeface="Arial MT"/>
              </a:rPr>
              <a:t>can</a:t>
            </a:r>
            <a:r>
              <a:rPr lang="en-US" sz="1500" spc="-30" dirty="0" smtClean="0">
                <a:latin typeface="Arial MT"/>
                <a:cs typeface="Arial MT"/>
              </a:rPr>
              <a:t> </a:t>
            </a:r>
            <a:r>
              <a:rPr lang="en-US" sz="1500" dirty="0" smtClean="0">
                <a:latin typeface="Arial MT"/>
                <a:cs typeface="Arial MT"/>
              </a:rPr>
              <a:t>create</a:t>
            </a:r>
            <a:r>
              <a:rPr lang="en-US" sz="1500" spc="-35" dirty="0" smtClean="0">
                <a:latin typeface="Arial MT"/>
                <a:cs typeface="Arial MT"/>
              </a:rPr>
              <a:t> </a:t>
            </a:r>
            <a:r>
              <a:rPr lang="en-US" sz="1500" dirty="0" smtClean="0">
                <a:latin typeface="Arial MT"/>
                <a:cs typeface="Arial MT"/>
              </a:rPr>
              <a:t>array</a:t>
            </a:r>
            <a:r>
              <a:rPr lang="en-US" sz="1500" spc="-30" dirty="0" smtClean="0">
                <a:latin typeface="Arial MT"/>
                <a:cs typeface="Arial MT"/>
              </a:rPr>
              <a:t> </a:t>
            </a:r>
            <a:r>
              <a:rPr lang="en-US" sz="1500" dirty="0" smtClean="0">
                <a:latin typeface="Arial MT"/>
                <a:cs typeface="Arial MT"/>
              </a:rPr>
              <a:t>inside</a:t>
            </a:r>
            <a:r>
              <a:rPr lang="en-US" sz="1500" spc="-30" dirty="0" smtClean="0">
                <a:latin typeface="Arial MT"/>
                <a:cs typeface="Arial MT"/>
              </a:rPr>
              <a:t> </a:t>
            </a:r>
            <a:r>
              <a:rPr lang="en-US" sz="1500" spc="-20" dirty="0" smtClean="0">
                <a:latin typeface="Arial MT"/>
                <a:cs typeface="Arial MT"/>
              </a:rPr>
              <a:t>Heap: </a:t>
            </a:r>
            <a:r>
              <a:rPr lang="en-US" sz="1500" dirty="0" smtClean="0">
                <a:latin typeface="Arial MT"/>
                <a:cs typeface="Arial MT"/>
              </a:rPr>
              <a:t>When</a:t>
            </a:r>
            <a:r>
              <a:rPr lang="en-US" sz="1500" spc="-5" dirty="0" smtClean="0">
                <a:latin typeface="Arial MT"/>
                <a:cs typeface="Arial MT"/>
              </a:rPr>
              <a:t> </a:t>
            </a:r>
            <a:r>
              <a:rPr lang="en-US" sz="1500" dirty="0" smtClean="0">
                <a:latin typeface="Arial MT"/>
                <a:cs typeface="Arial MT"/>
              </a:rPr>
              <a:t>accessing</a:t>
            </a:r>
            <a:r>
              <a:rPr lang="en-US" sz="1500" spc="-5" dirty="0" smtClean="0">
                <a:latin typeface="Arial MT"/>
                <a:cs typeface="Arial MT"/>
              </a:rPr>
              <a:t> </a:t>
            </a:r>
            <a:r>
              <a:rPr lang="en-US" sz="1500" dirty="0" smtClean="0">
                <a:latin typeface="Arial MT"/>
                <a:cs typeface="Arial MT"/>
              </a:rPr>
              <a:t>any</a:t>
            </a:r>
            <a:r>
              <a:rPr lang="en-US" sz="1500" spc="-5" dirty="0" smtClean="0">
                <a:latin typeface="Arial MT"/>
                <a:cs typeface="Arial MT"/>
              </a:rPr>
              <a:t> </a:t>
            </a:r>
            <a:r>
              <a:rPr lang="en-US" sz="1500" dirty="0" smtClean="0">
                <a:latin typeface="Arial MT"/>
                <a:cs typeface="Arial MT"/>
              </a:rPr>
              <a:t>value inside</a:t>
            </a:r>
            <a:r>
              <a:rPr lang="en-US" sz="1500" spc="-5" dirty="0" smtClean="0">
                <a:latin typeface="Arial MT"/>
                <a:cs typeface="Arial MT"/>
              </a:rPr>
              <a:t> </a:t>
            </a:r>
            <a:r>
              <a:rPr lang="en-US" sz="1500" dirty="0" smtClean="0">
                <a:latin typeface="Arial MT"/>
                <a:cs typeface="Arial MT"/>
              </a:rPr>
              <a:t>a</a:t>
            </a:r>
            <a:r>
              <a:rPr lang="en-US" sz="1500" spc="-5" dirty="0" smtClean="0">
                <a:latin typeface="Arial MT"/>
                <a:cs typeface="Arial MT"/>
              </a:rPr>
              <a:t> </a:t>
            </a:r>
            <a:r>
              <a:rPr lang="en-US" sz="1500" dirty="0" smtClean="0">
                <a:latin typeface="Arial MT"/>
                <a:cs typeface="Arial MT"/>
              </a:rPr>
              <a:t>heap it</a:t>
            </a:r>
            <a:r>
              <a:rPr lang="en-US" sz="1500" spc="-5" dirty="0" smtClean="0">
                <a:latin typeface="Arial MT"/>
                <a:cs typeface="Arial MT"/>
              </a:rPr>
              <a:t> </a:t>
            </a:r>
            <a:r>
              <a:rPr lang="en-US" sz="1500" dirty="0" smtClean="0">
                <a:latin typeface="Arial MT"/>
                <a:cs typeface="Arial MT"/>
              </a:rPr>
              <a:t>must</a:t>
            </a:r>
            <a:r>
              <a:rPr lang="en-US" sz="1500" spc="-5" dirty="0" smtClean="0">
                <a:latin typeface="Arial MT"/>
                <a:cs typeface="Arial MT"/>
              </a:rPr>
              <a:t> </a:t>
            </a:r>
            <a:r>
              <a:rPr lang="en-US" sz="1500" dirty="0" smtClean="0">
                <a:latin typeface="Arial MT"/>
                <a:cs typeface="Arial MT"/>
              </a:rPr>
              <a:t>be</a:t>
            </a:r>
            <a:r>
              <a:rPr lang="en-US" sz="1500" spc="-5" dirty="0" smtClean="0">
                <a:latin typeface="Arial MT"/>
                <a:cs typeface="Arial MT"/>
              </a:rPr>
              <a:t> </a:t>
            </a:r>
            <a:r>
              <a:rPr lang="en-US" sz="1500" dirty="0" smtClean="0">
                <a:latin typeface="Arial MT"/>
                <a:cs typeface="Arial MT"/>
              </a:rPr>
              <a:t>done through</a:t>
            </a:r>
            <a:r>
              <a:rPr lang="en-US" sz="1500" spc="-5" dirty="0" smtClean="0">
                <a:latin typeface="Arial MT"/>
                <a:cs typeface="Arial MT"/>
              </a:rPr>
              <a:t> </a:t>
            </a:r>
            <a:r>
              <a:rPr lang="en-US" sz="1500" spc="-50" dirty="0" smtClean="0">
                <a:latin typeface="Arial MT"/>
                <a:cs typeface="Arial MT"/>
              </a:rPr>
              <a:t>a </a:t>
            </a:r>
            <a:r>
              <a:rPr lang="en-US" sz="1500" spc="-10" dirty="0" smtClean="0">
                <a:latin typeface="Arial MT"/>
                <a:cs typeface="Arial MT"/>
              </a:rPr>
              <a:t>pointer</a:t>
            </a:r>
            <a:endParaRPr lang="en-US" sz="1500" dirty="0" smtClean="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lang="en-US" b="1" dirty="0" smtClean="0">
                <a:solidFill>
                  <a:srgbClr val="0076BA"/>
                </a:solidFill>
                <a:latin typeface="Arial"/>
                <a:cs typeface="Arial"/>
              </a:rPr>
              <a:t>Example</a:t>
            </a:r>
            <a:r>
              <a:rPr lang="en-US" b="1" spc="-75" dirty="0" smtClean="0">
                <a:solidFill>
                  <a:srgbClr val="0076BA"/>
                </a:solidFill>
                <a:latin typeface="Arial"/>
                <a:cs typeface="Arial"/>
              </a:rPr>
              <a:t> </a:t>
            </a:r>
            <a:r>
              <a:rPr lang="en-US" b="1" spc="-50" dirty="0" smtClean="0">
                <a:solidFill>
                  <a:srgbClr val="0076BA"/>
                </a:solidFill>
                <a:latin typeface="Arial"/>
                <a:cs typeface="Arial"/>
              </a:rPr>
              <a:t>:</a:t>
            </a:r>
            <a:endParaRPr lang="en-US" dirty="0" smtClean="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lang="en-US" dirty="0" smtClean="0">
              <a:latin typeface="Arial"/>
              <a:cs typeface="Arial"/>
            </a:endParaRPr>
          </a:p>
          <a:p>
            <a:pPr marL="12700">
              <a:lnSpc>
                <a:spcPts val="1750"/>
              </a:lnSpc>
            </a:pPr>
            <a:r>
              <a:rPr lang="en-US" sz="1500" spc="-10" dirty="0" smtClean="0">
                <a:latin typeface="Arial MT"/>
                <a:cs typeface="Arial MT"/>
              </a:rPr>
              <a:t>Void</a:t>
            </a:r>
            <a:r>
              <a:rPr lang="en-US" sz="1500" spc="-65" dirty="0" smtClean="0">
                <a:latin typeface="Arial MT"/>
                <a:cs typeface="Arial MT"/>
              </a:rPr>
              <a:t> </a:t>
            </a:r>
            <a:r>
              <a:rPr lang="en-US" sz="1500" spc="-20" dirty="0" smtClean="0">
                <a:latin typeface="Arial MT"/>
                <a:cs typeface="Arial MT"/>
              </a:rPr>
              <a:t>main(</a:t>
            </a:r>
            <a:r>
              <a:rPr lang="en-US" sz="1500" spc="-65" dirty="0" smtClean="0">
                <a:latin typeface="Arial MT"/>
                <a:cs typeface="Arial MT"/>
              </a:rPr>
              <a:t> </a:t>
            </a:r>
            <a:r>
              <a:rPr lang="en-US" sz="1500" spc="-50" dirty="0" smtClean="0">
                <a:latin typeface="Arial MT"/>
                <a:cs typeface="Arial MT"/>
              </a:rPr>
              <a:t>)</a:t>
            </a:r>
            <a:endParaRPr lang="en-US" sz="1500" dirty="0" smtClean="0">
              <a:latin typeface="Arial MT"/>
              <a:cs typeface="Arial MT"/>
            </a:endParaRPr>
          </a:p>
          <a:p>
            <a:pPr marL="12700">
              <a:lnSpc>
                <a:spcPts val="1750"/>
              </a:lnSpc>
            </a:pPr>
            <a:r>
              <a:rPr lang="en-US" sz="1500" spc="-50" dirty="0" smtClean="0">
                <a:latin typeface="Arial MT"/>
                <a:cs typeface="Arial MT"/>
              </a:rPr>
              <a:t>{</a:t>
            </a:r>
            <a:endParaRPr lang="en-US" sz="1500" dirty="0" smtClean="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lang="en-US" sz="1500" dirty="0" smtClean="0">
              <a:latin typeface="Arial MT"/>
              <a:cs typeface="Arial MT"/>
            </a:endParaRPr>
          </a:p>
          <a:p>
            <a:pPr marL="469900" marR="4784725">
              <a:lnSpc>
                <a:spcPts val="1700"/>
              </a:lnSpc>
            </a:pPr>
            <a:r>
              <a:rPr lang="en-US" sz="1500" dirty="0" err="1" smtClean="0">
                <a:latin typeface="Arial MT"/>
                <a:cs typeface="Arial MT"/>
              </a:rPr>
              <a:t>int</a:t>
            </a:r>
            <a:r>
              <a:rPr lang="en-US" sz="1500" spc="45" dirty="0" smtClean="0">
                <a:latin typeface="Arial MT"/>
                <a:cs typeface="Arial MT"/>
              </a:rPr>
              <a:t> </a:t>
            </a:r>
            <a:r>
              <a:rPr lang="en-US" sz="1500" spc="-30" dirty="0" smtClean="0">
                <a:latin typeface="Arial MT"/>
                <a:cs typeface="Arial MT"/>
              </a:rPr>
              <a:t>A[5]; </a:t>
            </a:r>
            <a:r>
              <a:rPr lang="en-US" sz="1500" dirty="0" err="1" smtClean="0">
                <a:latin typeface="Arial MT"/>
                <a:cs typeface="Arial MT"/>
              </a:rPr>
              <a:t>int</a:t>
            </a:r>
            <a:r>
              <a:rPr lang="en-US" sz="1500" spc="45" dirty="0" smtClean="0">
                <a:latin typeface="Arial MT"/>
                <a:cs typeface="Arial MT"/>
              </a:rPr>
              <a:t> </a:t>
            </a:r>
            <a:r>
              <a:rPr lang="en-US" sz="1500" spc="-25" dirty="0" smtClean="0">
                <a:latin typeface="Arial MT"/>
                <a:cs typeface="Arial MT"/>
              </a:rPr>
              <a:t>*p;</a:t>
            </a:r>
            <a:endParaRPr lang="en-US" sz="1500" dirty="0" smtClean="0">
              <a:latin typeface="Arial MT"/>
              <a:cs typeface="Arial MT"/>
            </a:endParaRPr>
          </a:p>
          <a:p>
            <a:pPr marL="12700">
              <a:lnSpc>
                <a:spcPts val="1660"/>
              </a:lnSpc>
              <a:tabLst>
                <a:tab pos="502284" algn="l"/>
              </a:tabLst>
            </a:pPr>
            <a:r>
              <a:rPr lang="en-US" sz="1500" spc="-25" dirty="0" smtClean="0">
                <a:solidFill>
                  <a:srgbClr val="EE220C"/>
                </a:solidFill>
                <a:latin typeface="Arial MT"/>
                <a:cs typeface="Arial MT"/>
              </a:rPr>
              <a:t>C++</a:t>
            </a:r>
            <a:r>
              <a:rPr lang="en-US" sz="1500" dirty="0" smtClean="0">
                <a:solidFill>
                  <a:srgbClr val="EE220C"/>
                </a:solidFill>
                <a:latin typeface="Arial MT"/>
                <a:cs typeface="Arial MT"/>
              </a:rPr>
              <a:t>	</a:t>
            </a:r>
            <a:r>
              <a:rPr lang="en-US" sz="1500" spc="50" dirty="0" smtClean="0">
                <a:latin typeface="Arial MT"/>
                <a:cs typeface="Arial MT"/>
              </a:rPr>
              <a:t>p</a:t>
            </a:r>
            <a:r>
              <a:rPr lang="en-US" sz="1500" spc="5" dirty="0" smtClean="0">
                <a:latin typeface="Arial MT"/>
                <a:cs typeface="Arial MT"/>
              </a:rPr>
              <a:t> </a:t>
            </a:r>
            <a:r>
              <a:rPr lang="en-US" sz="1500" dirty="0" smtClean="0">
                <a:latin typeface="Arial MT"/>
                <a:cs typeface="Arial MT"/>
              </a:rPr>
              <a:t>=</a:t>
            </a:r>
            <a:r>
              <a:rPr lang="en-US" sz="1500" spc="5" dirty="0" smtClean="0">
                <a:latin typeface="Arial MT"/>
                <a:cs typeface="Arial MT"/>
              </a:rPr>
              <a:t> </a:t>
            </a:r>
            <a:r>
              <a:rPr lang="en-US" sz="1500" dirty="0" smtClean="0">
                <a:latin typeface="Arial MT"/>
                <a:cs typeface="Arial MT"/>
              </a:rPr>
              <a:t>new</a:t>
            </a:r>
            <a:r>
              <a:rPr lang="en-US" sz="1500" spc="5" dirty="0" smtClean="0">
                <a:latin typeface="Arial MT"/>
                <a:cs typeface="Arial MT"/>
              </a:rPr>
              <a:t> </a:t>
            </a:r>
            <a:r>
              <a:rPr lang="en-US" sz="1500" spc="-10" dirty="0" err="1" smtClean="0">
                <a:latin typeface="Arial MT"/>
                <a:cs typeface="Arial MT"/>
              </a:rPr>
              <a:t>int</a:t>
            </a:r>
            <a:r>
              <a:rPr lang="en-US" sz="1500" spc="-10" dirty="0" smtClean="0">
                <a:latin typeface="Arial MT"/>
                <a:cs typeface="Arial MT"/>
              </a:rPr>
              <a:t>[5];</a:t>
            </a:r>
            <a:endParaRPr lang="en-US" sz="1500" dirty="0" smtClean="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1600"/>
              </a:spcBef>
            </a:pPr>
            <a:r>
              <a:rPr lang="en-US" sz="1500" dirty="0" smtClean="0">
                <a:solidFill>
                  <a:srgbClr val="EE220C"/>
                </a:solidFill>
                <a:latin typeface="Arial MT"/>
                <a:cs typeface="Arial MT"/>
              </a:rPr>
              <a:t>C</a:t>
            </a:r>
            <a:r>
              <a:rPr lang="en-US" sz="1500" spc="-55" dirty="0" smtClean="0">
                <a:solidFill>
                  <a:srgbClr val="EE220C"/>
                </a:solidFill>
                <a:latin typeface="Arial MT"/>
                <a:cs typeface="Arial MT"/>
              </a:rPr>
              <a:t> </a:t>
            </a:r>
            <a:r>
              <a:rPr lang="en-US" sz="1500" dirty="0" err="1" smtClean="0">
                <a:solidFill>
                  <a:srgbClr val="EE220C"/>
                </a:solidFill>
                <a:latin typeface="Arial MT"/>
                <a:cs typeface="Arial MT"/>
              </a:rPr>
              <a:t>lang</a:t>
            </a:r>
            <a:r>
              <a:rPr lang="en-US" sz="1500" spc="395" dirty="0" smtClean="0">
                <a:solidFill>
                  <a:srgbClr val="EE220C"/>
                </a:solidFill>
                <a:latin typeface="Arial MT"/>
                <a:cs typeface="Arial MT"/>
              </a:rPr>
              <a:t> </a:t>
            </a:r>
            <a:r>
              <a:rPr lang="en-US" sz="1500" spc="50" dirty="0" smtClean="0">
                <a:latin typeface="Arial MT"/>
                <a:cs typeface="Arial MT"/>
              </a:rPr>
              <a:t>p</a:t>
            </a:r>
            <a:r>
              <a:rPr lang="en-US" sz="1500" spc="-10" dirty="0" smtClean="0">
                <a:latin typeface="Arial MT"/>
                <a:cs typeface="Arial MT"/>
              </a:rPr>
              <a:t> </a:t>
            </a:r>
            <a:r>
              <a:rPr lang="en-US" sz="1500" dirty="0" smtClean="0">
                <a:latin typeface="Arial MT"/>
                <a:cs typeface="Arial MT"/>
              </a:rPr>
              <a:t>=(</a:t>
            </a:r>
            <a:r>
              <a:rPr lang="en-US" sz="1500" spc="-10" dirty="0" smtClean="0">
                <a:latin typeface="Arial MT"/>
                <a:cs typeface="Arial MT"/>
              </a:rPr>
              <a:t> </a:t>
            </a:r>
            <a:r>
              <a:rPr lang="en-US" sz="1500" dirty="0" err="1" smtClean="0">
                <a:latin typeface="Arial MT"/>
                <a:cs typeface="Arial MT"/>
              </a:rPr>
              <a:t>int</a:t>
            </a:r>
            <a:r>
              <a:rPr lang="en-US" sz="1500" spc="-10" dirty="0" smtClean="0">
                <a:latin typeface="Arial MT"/>
                <a:cs typeface="Arial MT"/>
              </a:rPr>
              <a:t> </a:t>
            </a:r>
            <a:r>
              <a:rPr lang="en-US" sz="1500" dirty="0" smtClean="0">
                <a:latin typeface="Arial MT"/>
                <a:cs typeface="Arial MT"/>
              </a:rPr>
              <a:t>*</a:t>
            </a:r>
            <a:r>
              <a:rPr lang="en-US" sz="1500" spc="-10" dirty="0" smtClean="0">
                <a:latin typeface="Arial MT"/>
                <a:cs typeface="Arial MT"/>
              </a:rPr>
              <a:t> </a:t>
            </a:r>
            <a:r>
              <a:rPr lang="en-US" sz="1500" spc="-120" dirty="0" smtClean="0">
                <a:latin typeface="Arial MT"/>
                <a:cs typeface="Arial MT"/>
              </a:rPr>
              <a:t>)</a:t>
            </a:r>
            <a:r>
              <a:rPr lang="en-US" sz="1500" dirty="0" smtClean="0">
                <a:latin typeface="Arial MT"/>
                <a:cs typeface="Arial MT"/>
              </a:rPr>
              <a:t> </a:t>
            </a:r>
            <a:r>
              <a:rPr lang="en-US" sz="1500" dirty="0" err="1" smtClean="0">
                <a:latin typeface="Arial MT"/>
                <a:cs typeface="Arial MT"/>
              </a:rPr>
              <a:t>malloc</a:t>
            </a:r>
            <a:r>
              <a:rPr lang="en-US" sz="1500" spc="-10" dirty="0" smtClean="0">
                <a:latin typeface="Arial MT"/>
                <a:cs typeface="Arial MT"/>
              </a:rPr>
              <a:t> </a:t>
            </a:r>
            <a:r>
              <a:rPr lang="en-US" sz="1500" spc="-120" dirty="0" smtClean="0">
                <a:latin typeface="Arial MT"/>
                <a:cs typeface="Arial MT"/>
              </a:rPr>
              <a:t>(</a:t>
            </a:r>
            <a:r>
              <a:rPr lang="en-US" sz="1500" dirty="0" smtClean="0">
                <a:latin typeface="Arial MT"/>
                <a:cs typeface="Arial MT"/>
              </a:rPr>
              <a:t> 5*</a:t>
            </a:r>
            <a:r>
              <a:rPr lang="en-US" sz="1500" spc="-10" dirty="0" smtClean="0">
                <a:latin typeface="Arial MT"/>
                <a:cs typeface="Arial MT"/>
              </a:rPr>
              <a:t> </a:t>
            </a:r>
            <a:r>
              <a:rPr lang="en-US" sz="1500" dirty="0" err="1" smtClean="0">
                <a:latin typeface="Arial MT"/>
                <a:cs typeface="Arial MT"/>
              </a:rPr>
              <a:t>sizeof</a:t>
            </a:r>
            <a:r>
              <a:rPr lang="en-US" sz="1500" spc="-10" dirty="0" smtClean="0">
                <a:latin typeface="Arial MT"/>
                <a:cs typeface="Arial MT"/>
              </a:rPr>
              <a:t> </a:t>
            </a:r>
            <a:r>
              <a:rPr lang="en-US" sz="1500" spc="-120" dirty="0" smtClean="0">
                <a:latin typeface="Arial MT"/>
                <a:cs typeface="Arial MT"/>
              </a:rPr>
              <a:t>(</a:t>
            </a:r>
            <a:r>
              <a:rPr lang="en-US" sz="1500" dirty="0" smtClean="0">
                <a:latin typeface="Arial MT"/>
                <a:cs typeface="Arial MT"/>
              </a:rPr>
              <a:t> </a:t>
            </a:r>
            <a:r>
              <a:rPr lang="en-US" sz="1500" dirty="0" err="1" smtClean="0">
                <a:latin typeface="Arial MT"/>
                <a:cs typeface="Arial MT"/>
              </a:rPr>
              <a:t>int</a:t>
            </a:r>
            <a:r>
              <a:rPr lang="en-US" sz="1500" spc="-10" dirty="0" smtClean="0">
                <a:latin typeface="Arial MT"/>
                <a:cs typeface="Arial MT"/>
              </a:rPr>
              <a:t> </a:t>
            </a:r>
            <a:r>
              <a:rPr lang="en-US" sz="1500" spc="-120" dirty="0" smtClean="0">
                <a:latin typeface="Arial MT"/>
                <a:cs typeface="Arial MT"/>
              </a:rPr>
              <a:t>)</a:t>
            </a:r>
            <a:r>
              <a:rPr lang="en-US" sz="1500" dirty="0" smtClean="0">
                <a:latin typeface="Arial MT"/>
                <a:cs typeface="Arial MT"/>
              </a:rPr>
              <a:t> </a:t>
            </a:r>
            <a:r>
              <a:rPr lang="en-US" sz="1500" spc="-25" dirty="0" smtClean="0">
                <a:latin typeface="Arial MT"/>
                <a:cs typeface="Arial MT"/>
              </a:rPr>
              <a:t>);</a:t>
            </a:r>
            <a:endParaRPr lang="en-US" sz="1500" dirty="0" smtClean="0">
              <a:latin typeface="Arial MT"/>
              <a:cs typeface="Arial MT"/>
            </a:endParaRPr>
          </a:p>
          <a:p>
            <a:pPr marL="12700">
              <a:lnSpc>
                <a:spcPts val="1750"/>
              </a:lnSpc>
              <a:spcBef>
                <a:spcPts val="1600"/>
              </a:spcBef>
            </a:pPr>
            <a:r>
              <a:rPr lang="en-US" sz="1500" spc="-50" dirty="0" smtClean="0">
                <a:latin typeface="Arial MT"/>
                <a:cs typeface="Arial MT"/>
              </a:rPr>
              <a:t>.</a:t>
            </a:r>
            <a:endParaRPr lang="en-US" sz="1500" dirty="0" smtClean="0">
              <a:latin typeface="Arial MT"/>
              <a:cs typeface="Arial MT"/>
            </a:endParaRPr>
          </a:p>
          <a:p>
            <a:pPr marL="12700">
              <a:lnSpc>
                <a:spcPts val="1700"/>
              </a:lnSpc>
            </a:pPr>
            <a:r>
              <a:rPr lang="en-US" sz="1500" spc="-50" dirty="0" smtClean="0">
                <a:latin typeface="Arial MT"/>
                <a:cs typeface="Arial MT"/>
              </a:rPr>
              <a:t>.</a:t>
            </a:r>
            <a:endParaRPr lang="en-US" sz="1500" dirty="0" smtClean="0">
              <a:latin typeface="Arial MT"/>
              <a:cs typeface="Arial MT"/>
            </a:endParaRPr>
          </a:p>
          <a:p>
            <a:pPr marL="12700">
              <a:lnSpc>
                <a:spcPts val="1750"/>
              </a:lnSpc>
            </a:pPr>
            <a:r>
              <a:rPr lang="en-US" sz="1500" spc="-50" dirty="0" smtClean="0">
                <a:latin typeface="Arial MT"/>
                <a:cs typeface="Arial MT"/>
              </a:rPr>
              <a:t>.</a:t>
            </a:r>
            <a:endParaRPr lang="en-US" sz="1500" dirty="0" smtClean="0">
              <a:latin typeface="Arial MT"/>
              <a:cs typeface="Arial MT"/>
            </a:endParaRPr>
          </a:p>
          <a:p>
            <a:pPr marL="12700" marR="1839595">
              <a:lnSpc>
                <a:spcPct val="100000"/>
              </a:lnSpc>
              <a:spcBef>
                <a:spcPts val="100"/>
              </a:spcBef>
            </a:pPr>
            <a:endParaRPr sz="1500">
              <a:latin typeface="Courier New"/>
              <a:cs typeface="Courier New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55739069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BBDB2212-65DC-A038-57AF-A0DD7E7003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Program 1: Static</a:t>
            </a:r>
            <a:r>
              <a:rPr lang="en-US" spc="-85" dirty="0" smtClean="0"/>
              <a:t> </a:t>
            </a:r>
            <a:r>
              <a:rPr lang="en-US" dirty="0" err="1" smtClean="0"/>
              <a:t>vs</a:t>
            </a:r>
            <a:r>
              <a:rPr lang="en-US" spc="-85" dirty="0" smtClean="0"/>
              <a:t> </a:t>
            </a:r>
            <a:r>
              <a:rPr lang="en-US" dirty="0" smtClean="0"/>
              <a:t>Dynamic</a:t>
            </a:r>
            <a:r>
              <a:rPr lang="en-US" spc="-85" dirty="0" smtClean="0"/>
              <a:t> </a:t>
            </a:r>
            <a:r>
              <a:rPr lang="en-US" spc="-10" dirty="0" smtClean="0"/>
              <a:t>Arrays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A748FE8E-7936-F0CD-D01E-A1C3609B4C5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xmlns="" id="{942C748F-E808-44A6-3F66-FDFF2F20010F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object 3"/>
          <p:cNvSpPr txBox="1"/>
          <p:nvPr/>
        </p:nvSpPr>
        <p:spPr>
          <a:xfrm>
            <a:off x="711200" y="1484503"/>
            <a:ext cx="6935596" cy="469359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1839595">
              <a:lnSpc>
                <a:spcPct val="100000"/>
              </a:lnSpc>
              <a:spcBef>
                <a:spcPts val="100"/>
              </a:spcBef>
            </a:pPr>
            <a:r>
              <a:rPr sz="1500" dirty="0">
                <a:solidFill>
                  <a:srgbClr val="78492A"/>
                </a:solidFill>
                <a:latin typeface="Courier New"/>
                <a:cs typeface="Courier New"/>
              </a:rPr>
              <a:t>#include </a:t>
            </a:r>
            <a:r>
              <a:rPr sz="1500" spc="-10" dirty="0">
                <a:solidFill>
                  <a:srgbClr val="D12F1B"/>
                </a:solidFill>
                <a:latin typeface="Courier New"/>
                <a:cs typeface="Courier New"/>
              </a:rPr>
              <a:t>&lt;stdio.h&gt; </a:t>
            </a:r>
            <a:r>
              <a:rPr sz="1500" dirty="0">
                <a:solidFill>
                  <a:srgbClr val="78492A"/>
                </a:solidFill>
                <a:latin typeface="Courier New"/>
                <a:cs typeface="Courier New"/>
              </a:rPr>
              <a:t>#include </a:t>
            </a:r>
            <a:r>
              <a:rPr sz="1500" spc="-10" dirty="0">
                <a:solidFill>
                  <a:srgbClr val="D12F1B"/>
                </a:solidFill>
                <a:latin typeface="Courier New"/>
                <a:cs typeface="Courier New"/>
              </a:rPr>
              <a:t>&lt;stdlib.h&gt;</a:t>
            </a:r>
            <a:endParaRPr sz="15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100"/>
              </a:spcBef>
            </a:pPr>
            <a:endParaRPr sz="15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</a:pPr>
            <a:r>
              <a:rPr sz="1500" dirty="0">
                <a:solidFill>
                  <a:srgbClr val="BA2DA2"/>
                </a:solidFill>
                <a:latin typeface="Courier New"/>
                <a:cs typeface="Courier New"/>
              </a:rPr>
              <a:t>int </a:t>
            </a:r>
            <a:r>
              <a:rPr sz="1500" spc="-10" dirty="0">
                <a:latin typeface="Courier New"/>
                <a:cs typeface="Courier New"/>
              </a:rPr>
              <a:t>main()</a:t>
            </a:r>
            <a:endParaRPr sz="15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</a:pPr>
            <a:r>
              <a:rPr sz="1500" spc="-50" dirty="0">
                <a:latin typeface="Courier New"/>
                <a:cs typeface="Courier New"/>
              </a:rPr>
              <a:t>{</a:t>
            </a:r>
            <a:endParaRPr sz="1500">
              <a:latin typeface="Courier New"/>
              <a:cs typeface="Courier New"/>
            </a:endParaRPr>
          </a:p>
          <a:p>
            <a:pPr marL="471170">
              <a:lnSpc>
                <a:spcPct val="100000"/>
              </a:lnSpc>
            </a:pPr>
            <a:r>
              <a:rPr sz="1500" dirty="0">
                <a:solidFill>
                  <a:srgbClr val="BA2DA2"/>
                </a:solidFill>
                <a:latin typeface="Courier New"/>
                <a:cs typeface="Courier New"/>
              </a:rPr>
              <a:t>int </a:t>
            </a:r>
            <a:r>
              <a:rPr sz="1500" spc="-10" dirty="0">
                <a:latin typeface="Courier New"/>
                <a:cs typeface="Courier New"/>
              </a:rPr>
              <a:t>A[</a:t>
            </a:r>
            <a:r>
              <a:rPr sz="1500" spc="-10" dirty="0">
                <a:solidFill>
                  <a:srgbClr val="272AD8"/>
                </a:solidFill>
                <a:latin typeface="Courier New"/>
                <a:cs typeface="Courier New"/>
              </a:rPr>
              <a:t>5</a:t>
            </a:r>
            <a:r>
              <a:rPr sz="1500" spc="-10" dirty="0">
                <a:latin typeface="Courier New"/>
                <a:cs typeface="Courier New"/>
              </a:rPr>
              <a:t>]={</a:t>
            </a:r>
            <a:r>
              <a:rPr sz="1500" spc="-10" dirty="0">
                <a:solidFill>
                  <a:srgbClr val="272AD8"/>
                </a:solidFill>
                <a:latin typeface="Courier New"/>
                <a:cs typeface="Courier New"/>
              </a:rPr>
              <a:t>2</a:t>
            </a:r>
            <a:r>
              <a:rPr sz="1500" spc="-10" dirty="0">
                <a:latin typeface="Courier New"/>
                <a:cs typeface="Courier New"/>
              </a:rPr>
              <a:t>,</a:t>
            </a:r>
            <a:r>
              <a:rPr sz="1500" spc="-10" dirty="0">
                <a:solidFill>
                  <a:srgbClr val="272AD8"/>
                </a:solidFill>
                <a:latin typeface="Courier New"/>
                <a:cs typeface="Courier New"/>
              </a:rPr>
              <a:t>4</a:t>
            </a:r>
            <a:r>
              <a:rPr sz="1500" spc="-10" dirty="0">
                <a:latin typeface="Courier New"/>
                <a:cs typeface="Courier New"/>
              </a:rPr>
              <a:t>,</a:t>
            </a:r>
            <a:r>
              <a:rPr sz="1500" spc="-10" dirty="0">
                <a:solidFill>
                  <a:srgbClr val="272AD8"/>
                </a:solidFill>
                <a:latin typeface="Courier New"/>
                <a:cs typeface="Courier New"/>
              </a:rPr>
              <a:t>6</a:t>
            </a:r>
            <a:r>
              <a:rPr sz="1500" spc="-10" dirty="0">
                <a:latin typeface="Courier New"/>
                <a:cs typeface="Courier New"/>
              </a:rPr>
              <a:t>,</a:t>
            </a:r>
            <a:r>
              <a:rPr sz="1500" spc="-10" dirty="0">
                <a:solidFill>
                  <a:srgbClr val="272AD8"/>
                </a:solidFill>
                <a:latin typeface="Courier New"/>
                <a:cs typeface="Courier New"/>
              </a:rPr>
              <a:t>8</a:t>
            </a:r>
            <a:r>
              <a:rPr sz="1500" spc="-10" dirty="0">
                <a:latin typeface="Courier New"/>
                <a:cs typeface="Courier New"/>
              </a:rPr>
              <a:t>,</a:t>
            </a:r>
            <a:r>
              <a:rPr sz="1500" spc="-10" dirty="0">
                <a:solidFill>
                  <a:srgbClr val="272AD8"/>
                </a:solidFill>
                <a:latin typeface="Courier New"/>
                <a:cs typeface="Courier New"/>
              </a:rPr>
              <a:t>10</a:t>
            </a:r>
            <a:r>
              <a:rPr sz="1500" spc="-10" dirty="0">
                <a:latin typeface="Courier New"/>
                <a:cs typeface="Courier New"/>
              </a:rPr>
              <a:t>};</a:t>
            </a:r>
            <a:endParaRPr sz="1500">
              <a:latin typeface="Courier New"/>
              <a:cs typeface="Courier New"/>
            </a:endParaRPr>
          </a:p>
          <a:p>
            <a:pPr marL="471170" marR="2757170">
              <a:lnSpc>
                <a:spcPct val="100000"/>
              </a:lnSpc>
            </a:pPr>
            <a:r>
              <a:rPr sz="1500" dirty="0">
                <a:solidFill>
                  <a:srgbClr val="BA2DA2"/>
                </a:solidFill>
                <a:latin typeface="Courier New"/>
                <a:cs typeface="Courier New"/>
              </a:rPr>
              <a:t>int </a:t>
            </a:r>
            <a:r>
              <a:rPr sz="1500" spc="-25" dirty="0">
                <a:latin typeface="Courier New"/>
                <a:cs typeface="Courier New"/>
              </a:rPr>
              <a:t>*p; </a:t>
            </a:r>
            <a:r>
              <a:rPr sz="1500" dirty="0">
                <a:solidFill>
                  <a:srgbClr val="BA2DA2"/>
                </a:solidFill>
                <a:latin typeface="Courier New"/>
                <a:cs typeface="Courier New"/>
              </a:rPr>
              <a:t>int </a:t>
            </a:r>
            <a:r>
              <a:rPr sz="1500" spc="-25" dirty="0">
                <a:latin typeface="Courier New"/>
                <a:cs typeface="Courier New"/>
              </a:rPr>
              <a:t>i;</a:t>
            </a:r>
            <a:endParaRPr sz="15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100"/>
              </a:spcBef>
            </a:pPr>
            <a:endParaRPr sz="1500">
              <a:latin typeface="Courier New"/>
              <a:cs typeface="Courier New"/>
            </a:endParaRPr>
          </a:p>
          <a:p>
            <a:pPr marL="471170" marR="5080">
              <a:lnSpc>
                <a:spcPct val="100000"/>
              </a:lnSpc>
            </a:pPr>
            <a:r>
              <a:rPr sz="1500" dirty="0">
                <a:latin typeface="Courier New"/>
                <a:cs typeface="Courier New"/>
              </a:rPr>
              <a:t>p=(</a:t>
            </a:r>
            <a:r>
              <a:rPr sz="1500" dirty="0">
                <a:solidFill>
                  <a:srgbClr val="BA2DA2"/>
                </a:solidFill>
                <a:latin typeface="Courier New"/>
                <a:cs typeface="Courier New"/>
              </a:rPr>
              <a:t>int</a:t>
            </a:r>
            <a:r>
              <a:rPr sz="1500" spc="-5" dirty="0">
                <a:solidFill>
                  <a:srgbClr val="BA2DA2"/>
                </a:solidFill>
                <a:latin typeface="Courier New"/>
                <a:cs typeface="Courier New"/>
              </a:rPr>
              <a:t> </a:t>
            </a:r>
            <a:r>
              <a:rPr sz="1500" spc="-10" dirty="0">
                <a:latin typeface="Courier New"/>
                <a:cs typeface="Courier New"/>
              </a:rPr>
              <a:t>*)</a:t>
            </a:r>
            <a:r>
              <a:rPr sz="1500" spc="-10" dirty="0">
                <a:solidFill>
                  <a:srgbClr val="3E1E81"/>
                </a:solidFill>
                <a:latin typeface="Courier New"/>
                <a:cs typeface="Courier New"/>
              </a:rPr>
              <a:t>malloc</a:t>
            </a:r>
            <a:r>
              <a:rPr sz="1500" spc="-10" dirty="0">
                <a:latin typeface="Courier New"/>
                <a:cs typeface="Courier New"/>
              </a:rPr>
              <a:t>(</a:t>
            </a:r>
            <a:r>
              <a:rPr sz="1500" spc="-10" dirty="0">
                <a:solidFill>
                  <a:srgbClr val="272AD8"/>
                </a:solidFill>
                <a:latin typeface="Courier New"/>
                <a:cs typeface="Courier New"/>
              </a:rPr>
              <a:t>5</a:t>
            </a:r>
            <a:r>
              <a:rPr sz="1500" spc="-10" dirty="0">
                <a:latin typeface="Courier New"/>
                <a:cs typeface="Courier New"/>
              </a:rPr>
              <a:t>*</a:t>
            </a:r>
            <a:r>
              <a:rPr sz="1500" spc="-10" dirty="0">
                <a:solidFill>
                  <a:srgbClr val="BA2DA2"/>
                </a:solidFill>
                <a:latin typeface="Courier New"/>
                <a:cs typeface="Courier New"/>
              </a:rPr>
              <a:t>sizeof</a:t>
            </a:r>
            <a:r>
              <a:rPr sz="1500" spc="-10" dirty="0">
                <a:latin typeface="Courier New"/>
                <a:cs typeface="Courier New"/>
              </a:rPr>
              <a:t>(</a:t>
            </a:r>
            <a:r>
              <a:rPr sz="1500" spc="-10" dirty="0">
                <a:solidFill>
                  <a:srgbClr val="BA2DA2"/>
                </a:solidFill>
                <a:latin typeface="Courier New"/>
                <a:cs typeface="Courier New"/>
              </a:rPr>
              <a:t>int</a:t>
            </a:r>
            <a:r>
              <a:rPr sz="1500" spc="-10" dirty="0">
                <a:latin typeface="Courier New"/>
                <a:cs typeface="Courier New"/>
              </a:rPr>
              <a:t>)); p[</a:t>
            </a:r>
            <a:r>
              <a:rPr sz="1500" spc="-10" dirty="0">
                <a:solidFill>
                  <a:srgbClr val="272AD8"/>
                </a:solidFill>
                <a:latin typeface="Courier New"/>
                <a:cs typeface="Courier New"/>
              </a:rPr>
              <a:t>0</a:t>
            </a:r>
            <a:r>
              <a:rPr sz="1500" spc="-10" dirty="0">
                <a:latin typeface="Courier New"/>
                <a:cs typeface="Courier New"/>
              </a:rPr>
              <a:t>]=</a:t>
            </a:r>
            <a:r>
              <a:rPr sz="1500" spc="-10" dirty="0">
                <a:solidFill>
                  <a:srgbClr val="272AD8"/>
                </a:solidFill>
                <a:latin typeface="Courier New"/>
                <a:cs typeface="Courier New"/>
              </a:rPr>
              <a:t>3</a:t>
            </a:r>
            <a:r>
              <a:rPr sz="1500" spc="-10" dirty="0">
                <a:latin typeface="Courier New"/>
                <a:cs typeface="Courier New"/>
              </a:rPr>
              <a:t>;</a:t>
            </a:r>
            <a:endParaRPr sz="1500">
              <a:latin typeface="Courier New"/>
              <a:cs typeface="Courier New"/>
            </a:endParaRPr>
          </a:p>
          <a:p>
            <a:pPr marL="471170">
              <a:lnSpc>
                <a:spcPct val="100000"/>
              </a:lnSpc>
            </a:pPr>
            <a:r>
              <a:rPr sz="1500" spc="-10" dirty="0">
                <a:latin typeface="Courier New"/>
                <a:cs typeface="Courier New"/>
              </a:rPr>
              <a:t>p[</a:t>
            </a:r>
            <a:r>
              <a:rPr sz="1500" spc="-10" dirty="0">
                <a:solidFill>
                  <a:srgbClr val="272AD8"/>
                </a:solidFill>
                <a:latin typeface="Courier New"/>
                <a:cs typeface="Courier New"/>
              </a:rPr>
              <a:t>1</a:t>
            </a:r>
            <a:r>
              <a:rPr sz="1500" spc="-10" dirty="0">
                <a:latin typeface="Courier New"/>
                <a:cs typeface="Courier New"/>
              </a:rPr>
              <a:t>]=</a:t>
            </a:r>
            <a:r>
              <a:rPr sz="1500" spc="-10" dirty="0">
                <a:solidFill>
                  <a:srgbClr val="272AD8"/>
                </a:solidFill>
                <a:latin typeface="Courier New"/>
                <a:cs typeface="Courier New"/>
              </a:rPr>
              <a:t>5</a:t>
            </a:r>
            <a:r>
              <a:rPr sz="1500" spc="-10" dirty="0">
                <a:latin typeface="Courier New"/>
                <a:cs typeface="Courier New"/>
              </a:rPr>
              <a:t>;</a:t>
            </a:r>
            <a:endParaRPr sz="1500">
              <a:latin typeface="Courier New"/>
              <a:cs typeface="Courier New"/>
            </a:endParaRPr>
          </a:p>
          <a:p>
            <a:pPr marL="471170">
              <a:lnSpc>
                <a:spcPct val="100000"/>
              </a:lnSpc>
            </a:pPr>
            <a:r>
              <a:rPr sz="1500" spc="-10" dirty="0">
                <a:latin typeface="Courier New"/>
                <a:cs typeface="Courier New"/>
              </a:rPr>
              <a:t>p[</a:t>
            </a:r>
            <a:r>
              <a:rPr sz="1500" spc="-10" dirty="0">
                <a:solidFill>
                  <a:srgbClr val="272AD8"/>
                </a:solidFill>
                <a:latin typeface="Courier New"/>
                <a:cs typeface="Courier New"/>
              </a:rPr>
              <a:t>2</a:t>
            </a:r>
            <a:r>
              <a:rPr sz="1500" spc="-10" dirty="0">
                <a:latin typeface="Courier New"/>
                <a:cs typeface="Courier New"/>
              </a:rPr>
              <a:t>]=</a:t>
            </a:r>
            <a:r>
              <a:rPr sz="1500" spc="-10" dirty="0">
                <a:solidFill>
                  <a:srgbClr val="272AD8"/>
                </a:solidFill>
                <a:latin typeface="Courier New"/>
                <a:cs typeface="Courier New"/>
              </a:rPr>
              <a:t>7</a:t>
            </a:r>
            <a:r>
              <a:rPr sz="1500" spc="-10" dirty="0">
                <a:latin typeface="Courier New"/>
                <a:cs typeface="Courier New"/>
              </a:rPr>
              <a:t>;</a:t>
            </a:r>
            <a:endParaRPr sz="1500">
              <a:latin typeface="Courier New"/>
              <a:cs typeface="Courier New"/>
            </a:endParaRPr>
          </a:p>
          <a:p>
            <a:pPr marL="471170">
              <a:lnSpc>
                <a:spcPct val="100000"/>
              </a:lnSpc>
            </a:pPr>
            <a:r>
              <a:rPr sz="1500" spc="-10" dirty="0">
                <a:latin typeface="Courier New"/>
                <a:cs typeface="Courier New"/>
              </a:rPr>
              <a:t>p[</a:t>
            </a:r>
            <a:r>
              <a:rPr sz="1500" spc="-10" dirty="0">
                <a:solidFill>
                  <a:srgbClr val="272AD8"/>
                </a:solidFill>
                <a:latin typeface="Courier New"/>
                <a:cs typeface="Courier New"/>
              </a:rPr>
              <a:t>3</a:t>
            </a:r>
            <a:r>
              <a:rPr sz="1500" spc="-10" dirty="0">
                <a:latin typeface="Courier New"/>
                <a:cs typeface="Courier New"/>
              </a:rPr>
              <a:t>]=</a:t>
            </a:r>
            <a:r>
              <a:rPr sz="1500" spc="-10" dirty="0">
                <a:solidFill>
                  <a:srgbClr val="272AD8"/>
                </a:solidFill>
                <a:latin typeface="Courier New"/>
                <a:cs typeface="Courier New"/>
              </a:rPr>
              <a:t>9</a:t>
            </a:r>
            <a:r>
              <a:rPr sz="1500" spc="-10" dirty="0">
                <a:latin typeface="Courier New"/>
                <a:cs typeface="Courier New"/>
              </a:rPr>
              <a:t>;</a:t>
            </a:r>
            <a:endParaRPr sz="1500">
              <a:latin typeface="Courier New"/>
              <a:cs typeface="Courier New"/>
            </a:endParaRPr>
          </a:p>
          <a:p>
            <a:pPr marL="471170">
              <a:lnSpc>
                <a:spcPct val="100000"/>
              </a:lnSpc>
            </a:pPr>
            <a:r>
              <a:rPr sz="1500" spc="-10" dirty="0">
                <a:latin typeface="Courier New"/>
                <a:cs typeface="Courier New"/>
              </a:rPr>
              <a:t>p[</a:t>
            </a:r>
            <a:r>
              <a:rPr sz="1500" spc="-10" dirty="0">
                <a:solidFill>
                  <a:srgbClr val="272AD8"/>
                </a:solidFill>
                <a:latin typeface="Courier New"/>
                <a:cs typeface="Courier New"/>
              </a:rPr>
              <a:t>4</a:t>
            </a:r>
            <a:r>
              <a:rPr sz="1500" spc="-10" dirty="0">
                <a:latin typeface="Courier New"/>
                <a:cs typeface="Courier New"/>
              </a:rPr>
              <a:t>]=</a:t>
            </a:r>
            <a:r>
              <a:rPr sz="1500" spc="-10" dirty="0">
                <a:solidFill>
                  <a:srgbClr val="272AD8"/>
                </a:solidFill>
                <a:latin typeface="Courier New"/>
                <a:cs typeface="Courier New"/>
              </a:rPr>
              <a:t>11</a:t>
            </a:r>
            <a:r>
              <a:rPr sz="1500" spc="-10" dirty="0">
                <a:latin typeface="Courier New"/>
                <a:cs typeface="Courier New"/>
              </a:rPr>
              <a:t>;</a:t>
            </a:r>
            <a:endParaRPr sz="15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100"/>
              </a:spcBef>
            </a:pPr>
            <a:endParaRPr sz="1500">
              <a:latin typeface="Courier New"/>
              <a:cs typeface="Courier New"/>
            </a:endParaRPr>
          </a:p>
          <a:p>
            <a:pPr marL="929640" marR="922019" indent="-459105">
              <a:lnSpc>
                <a:spcPct val="100000"/>
              </a:lnSpc>
            </a:pPr>
            <a:r>
              <a:rPr sz="1500" spc="-10" dirty="0">
                <a:solidFill>
                  <a:srgbClr val="BA2DA2"/>
                </a:solidFill>
                <a:latin typeface="Courier New"/>
                <a:cs typeface="Courier New"/>
              </a:rPr>
              <a:t>for</a:t>
            </a:r>
            <a:r>
              <a:rPr sz="1500" spc="-10" dirty="0">
                <a:latin typeface="Courier New"/>
                <a:cs typeface="Courier New"/>
              </a:rPr>
              <a:t>(i=</a:t>
            </a:r>
            <a:r>
              <a:rPr sz="1500" spc="-10" dirty="0">
                <a:solidFill>
                  <a:srgbClr val="272AD8"/>
                </a:solidFill>
                <a:latin typeface="Courier New"/>
                <a:cs typeface="Courier New"/>
              </a:rPr>
              <a:t>0</a:t>
            </a:r>
            <a:r>
              <a:rPr sz="1500" spc="-10" dirty="0">
                <a:latin typeface="Courier New"/>
                <a:cs typeface="Courier New"/>
              </a:rPr>
              <a:t>;i&lt;</a:t>
            </a:r>
            <a:r>
              <a:rPr sz="1500" spc="-10" dirty="0">
                <a:solidFill>
                  <a:srgbClr val="272AD8"/>
                </a:solidFill>
                <a:latin typeface="Courier New"/>
                <a:cs typeface="Courier New"/>
              </a:rPr>
              <a:t>5</a:t>
            </a:r>
            <a:r>
              <a:rPr sz="1500" spc="-10" dirty="0">
                <a:latin typeface="Courier New"/>
                <a:cs typeface="Courier New"/>
              </a:rPr>
              <a:t>;i++) </a:t>
            </a:r>
            <a:r>
              <a:rPr sz="1500" dirty="0">
                <a:solidFill>
                  <a:srgbClr val="3E1E81"/>
                </a:solidFill>
                <a:latin typeface="Courier New"/>
                <a:cs typeface="Courier New"/>
              </a:rPr>
              <a:t>printf</a:t>
            </a:r>
            <a:r>
              <a:rPr sz="1500" dirty="0">
                <a:latin typeface="Courier New"/>
                <a:cs typeface="Courier New"/>
              </a:rPr>
              <a:t>(</a:t>
            </a:r>
            <a:r>
              <a:rPr sz="1500" dirty="0">
                <a:solidFill>
                  <a:srgbClr val="D12F1B"/>
                </a:solidFill>
                <a:latin typeface="Courier New"/>
                <a:cs typeface="Courier New"/>
              </a:rPr>
              <a:t>"%d</a:t>
            </a:r>
            <a:r>
              <a:rPr sz="1500" spc="-5" dirty="0">
                <a:solidFill>
                  <a:srgbClr val="D12F1B"/>
                </a:solidFill>
                <a:latin typeface="Courier New"/>
                <a:cs typeface="Courier New"/>
              </a:rPr>
              <a:t> </a:t>
            </a:r>
            <a:r>
              <a:rPr sz="1500" spc="-10" dirty="0">
                <a:solidFill>
                  <a:srgbClr val="D12F1B"/>
                </a:solidFill>
                <a:latin typeface="Courier New"/>
                <a:cs typeface="Courier New"/>
              </a:rPr>
              <a:t>"</a:t>
            </a:r>
            <a:r>
              <a:rPr sz="1500" spc="-10" dirty="0">
                <a:latin typeface="Courier New"/>
                <a:cs typeface="Courier New"/>
              </a:rPr>
              <a:t>,A[i]);</a:t>
            </a:r>
            <a:endParaRPr sz="15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100"/>
              </a:spcBef>
            </a:pPr>
            <a:endParaRPr sz="1500">
              <a:latin typeface="Courier New"/>
              <a:cs typeface="Courier New"/>
            </a:endParaRPr>
          </a:p>
          <a:p>
            <a:pPr marL="471170" marR="1725295">
              <a:lnSpc>
                <a:spcPct val="100000"/>
              </a:lnSpc>
            </a:pPr>
            <a:r>
              <a:rPr sz="1500" spc="-10" dirty="0">
                <a:solidFill>
                  <a:srgbClr val="3E1E81"/>
                </a:solidFill>
                <a:latin typeface="Courier New"/>
                <a:cs typeface="Courier New"/>
              </a:rPr>
              <a:t>printf</a:t>
            </a:r>
            <a:r>
              <a:rPr sz="1500" spc="-10" dirty="0">
                <a:latin typeface="Courier New"/>
                <a:cs typeface="Courier New"/>
              </a:rPr>
              <a:t>(</a:t>
            </a:r>
            <a:r>
              <a:rPr sz="1500" spc="-10" dirty="0">
                <a:solidFill>
                  <a:srgbClr val="D12F1B"/>
                </a:solidFill>
                <a:latin typeface="Courier New"/>
                <a:cs typeface="Courier New"/>
              </a:rPr>
              <a:t>"\n"</a:t>
            </a:r>
            <a:r>
              <a:rPr sz="1500" spc="-10" dirty="0">
                <a:latin typeface="Courier New"/>
                <a:cs typeface="Courier New"/>
              </a:rPr>
              <a:t>); </a:t>
            </a:r>
            <a:r>
              <a:rPr sz="1500" spc="-10" dirty="0">
                <a:solidFill>
                  <a:srgbClr val="BA2DA2"/>
                </a:solidFill>
                <a:latin typeface="Courier New"/>
                <a:cs typeface="Courier New"/>
              </a:rPr>
              <a:t>for</a:t>
            </a:r>
            <a:r>
              <a:rPr sz="1500" spc="-10" dirty="0">
                <a:latin typeface="Courier New"/>
                <a:cs typeface="Courier New"/>
              </a:rPr>
              <a:t>(i=</a:t>
            </a:r>
            <a:r>
              <a:rPr sz="1500" spc="-10" dirty="0">
                <a:solidFill>
                  <a:srgbClr val="272AD8"/>
                </a:solidFill>
                <a:latin typeface="Courier New"/>
                <a:cs typeface="Courier New"/>
              </a:rPr>
              <a:t>0</a:t>
            </a:r>
            <a:r>
              <a:rPr sz="1500" spc="-10" dirty="0">
                <a:latin typeface="Courier New"/>
                <a:cs typeface="Courier New"/>
              </a:rPr>
              <a:t>;i&lt;</a:t>
            </a:r>
            <a:r>
              <a:rPr sz="1500" spc="-10" dirty="0">
                <a:solidFill>
                  <a:srgbClr val="272AD8"/>
                </a:solidFill>
                <a:latin typeface="Courier New"/>
                <a:cs typeface="Courier New"/>
              </a:rPr>
              <a:t>5</a:t>
            </a:r>
            <a:r>
              <a:rPr sz="1500" spc="-10" dirty="0">
                <a:latin typeface="Courier New"/>
                <a:cs typeface="Courier New"/>
              </a:rPr>
              <a:t>;i++)</a:t>
            </a:r>
            <a:endParaRPr sz="1500">
              <a:latin typeface="Courier New"/>
              <a:cs typeface="Courier New"/>
            </a:endParaRPr>
          </a:p>
          <a:p>
            <a:pPr marL="929640">
              <a:lnSpc>
                <a:spcPct val="100000"/>
              </a:lnSpc>
            </a:pPr>
            <a:r>
              <a:rPr sz="1500" dirty="0">
                <a:solidFill>
                  <a:srgbClr val="3E1E81"/>
                </a:solidFill>
                <a:latin typeface="Courier New"/>
                <a:cs typeface="Courier New"/>
              </a:rPr>
              <a:t>printf</a:t>
            </a:r>
            <a:r>
              <a:rPr sz="1500" dirty="0">
                <a:latin typeface="Courier New"/>
                <a:cs typeface="Courier New"/>
              </a:rPr>
              <a:t>(</a:t>
            </a:r>
            <a:r>
              <a:rPr sz="1500" dirty="0">
                <a:solidFill>
                  <a:srgbClr val="D12F1B"/>
                </a:solidFill>
                <a:latin typeface="Courier New"/>
                <a:cs typeface="Courier New"/>
              </a:rPr>
              <a:t>"%d</a:t>
            </a:r>
            <a:r>
              <a:rPr sz="1500" spc="-15" dirty="0">
                <a:solidFill>
                  <a:srgbClr val="D12F1B"/>
                </a:solidFill>
                <a:latin typeface="Courier New"/>
                <a:cs typeface="Courier New"/>
              </a:rPr>
              <a:t> </a:t>
            </a:r>
            <a:r>
              <a:rPr sz="1500" spc="-10" dirty="0">
                <a:solidFill>
                  <a:srgbClr val="D12F1B"/>
                </a:solidFill>
                <a:latin typeface="Courier New"/>
                <a:cs typeface="Courier New"/>
              </a:rPr>
              <a:t>"</a:t>
            </a:r>
            <a:r>
              <a:rPr sz="1500" spc="-10" dirty="0">
                <a:latin typeface="Courier New"/>
                <a:cs typeface="Courier New"/>
              </a:rPr>
              <a:t>,p[i]);</a:t>
            </a:r>
            <a:endParaRPr sz="15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100"/>
              </a:spcBef>
            </a:pPr>
            <a:endParaRPr sz="1500">
              <a:latin typeface="Courier New"/>
              <a:cs typeface="Courier New"/>
            </a:endParaRPr>
          </a:p>
          <a:p>
            <a:pPr marL="471170">
              <a:lnSpc>
                <a:spcPct val="100000"/>
              </a:lnSpc>
            </a:pPr>
            <a:r>
              <a:rPr sz="1500" dirty="0">
                <a:solidFill>
                  <a:srgbClr val="BA2DA2"/>
                </a:solidFill>
                <a:latin typeface="Courier New"/>
                <a:cs typeface="Courier New"/>
              </a:rPr>
              <a:t>return </a:t>
            </a:r>
            <a:r>
              <a:rPr sz="1500" spc="-25" dirty="0">
                <a:solidFill>
                  <a:srgbClr val="272AD8"/>
                </a:solidFill>
                <a:latin typeface="Courier New"/>
                <a:cs typeface="Courier New"/>
              </a:rPr>
              <a:t>0</a:t>
            </a:r>
            <a:r>
              <a:rPr sz="1500" spc="-25" dirty="0">
                <a:latin typeface="Courier New"/>
                <a:cs typeface="Courier New"/>
              </a:rPr>
              <a:t>;</a:t>
            </a:r>
            <a:endParaRPr sz="15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</a:pPr>
            <a:r>
              <a:rPr sz="1500" spc="-50" dirty="0">
                <a:latin typeface="Courier New"/>
                <a:cs typeface="Courier New"/>
              </a:rPr>
              <a:t>}</a:t>
            </a:r>
            <a:endParaRPr sz="1500">
              <a:latin typeface="Courier New"/>
              <a:cs typeface="Courier New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55739069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BBDB2212-65DC-A038-57AF-A0DD7E7003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Program 2: 2D</a:t>
            </a:r>
            <a:r>
              <a:rPr lang="en-US" spc="40" dirty="0" smtClean="0"/>
              <a:t> </a:t>
            </a:r>
            <a:r>
              <a:rPr lang="en-US" spc="-30" dirty="0" smtClean="0"/>
              <a:t>Array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A748FE8E-7936-F0CD-D01E-A1C3609B4C5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xmlns="" id="{942C748F-E808-44A6-3F66-FDFF2F20010F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object 3"/>
          <p:cNvSpPr txBox="1"/>
          <p:nvPr/>
        </p:nvSpPr>
        <p:spPr>
          <a:xfrm>
            <a:off x="341644" y="1421003"/>
            <a:ext cx="11615894" cy="436273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3330575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solidFill>
                  <a:srgbClr val="78492A"/>
                </a:solidFill>
                <a:latin typeface="Courier New"/>
                <a:cs typeface="Courier New"/>
              </a:rPr>
              <a:t>#include </a:t>
            </a:r>
            <a:r>
              <a:rPr sz="1200" spc="-10" dirty="0">
                <a:solidFill>
                  <a:srgbClr val="D12F1B"/>
                </a:solidFill>
                <a:latin typeface="Courier New"/>
                <a:cs typeface="Courier New"/>
              </a:rPr>
              <a:t>&lt;stdio.h&gt; </a:t>
            </a:r>
            <a:r>
              <a:rPr sz="1200" dirty="0">
                <a:solidFill>
                  <a:srgbClr val="78492A"/>
                </a:solidFill>
                <a:latin typeface="Courier New"/>
                <a:cs typeface="Courier New"/>
              </a:rPr>
              <a:t>#include </a:t>
            </a:r>
            <a:r>
              <a:rPr sz="1200" spc="-10" dirty="0">
                <a:solidFill>
                  <a:srgbClr val="D12F1B"/>
                </a:solidFill>
                <a:latin typeface="Courier New"/>
                <a:cs typeface="Courier New"/>
              </a:rPr>
              <a:t>&lt;stdlib.h&gt;</a:t>
            </a:r>
            <a:endParaRPr sz="12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100"/>
              </a:spcBef>
            </a:pPr>
            <a:endParaRPr sz="12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</a:pPr>
            <a:r>
              <a:rPr sz="1200" dirty="0">
                <a:solidFill>
                  <a:srgbClr val="BA2DA2"/>
                </a:solidFill>
                <a:latin typeface="Courier New"/>
                <a:cs typeface="Courier New"/>
              </a:rPr>
              <a:t>int </a:t>
            </a:r>
            <a:r>
              <a:rPr sz="1200" spc="-10" dirty="0">
                <a:latin typeface="Courier New"/>
                <a:cs typeface="Courier New"/>
              </a:rPr>
              <a:t>main()</a:t>
            </a:r>
            <a:endParaRPr sz="12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</a:pPr>
            <a:r>
              <a:rPr sz="1200" spc="-50" dirty="0">
                <a:latin typeface="Courier New"/>
                <a:cs typeface="Courier New"/>
              </a:rPr>
              <a:t>{</a:t>
            </a:r>
            <a:endParaRPr sz="1200">
              <a:latin typeface="Courier New"/>
              <a:cs typeface="Courier New"/>
            </a:endParaRPr>
          </a:p>
          <a:p>
            <a:pPr marL="471170">
              <a:lnSpc>
                <a:spcPct val="100000"/>
              </a:lnSpc>
            </a:pPr>
            <a:r>
              <a:rPr sz="1200" dirty="0">
                <a:solidFill>
                  <a:srgbClr val="BA2DA2"/>
                </a:solidFill>
                <a:latin typeface="Courier New"/>
                <a:cs typeface="Courier New"/>
              </a:rPr>
              <a:t>int</a:t>
            </a:r>
            <a:r>
              <a:rPr sz="1200" spc="-10" dirty="0">
                <a:solidFill>
                  <a:srgbClr val="BA2DA2"/>
                </a:solidFill>
                <a:latin typeface="Courier New"/>
                <a:cs typeface="Courier New"/>
              </a:rPr>
              <a:t> </a:t>
            </a:r>
            <a:r>
              <a:rPr sz="1200" spc="-10" dirty="0">
                <a:latin typeface="Courier New"/>
                <a:cs typeface="Courier New"/>
              </a:rPr>
              <a:t>A[</a:t>
            </a:r>
            <a:r>
              <a:rPr sz="1200" spc="-10" dirty="0">
                <a:solidFill>
                  <a:srgbClr val="272AD8"/>
                </a:solidFill>
                <a:latin typeface="Courier New"/>
                <a:cs typeface="Courier New"/>
              </a:rPr>
              <a:t>3</a:t>
            </a:r>
            <a:r>
              <a:rPr sz="1200" spc="-10" dirty="0">
                <a:latin typeface="Courier New"/>
                <a:cs typeface="Courier New"/>
              </a:rPr>
              <a:t>][</a:t>
            </a:r>
            <a:r>
              <a:rPr sz="1200" spc="-10" dirty="0">
                <a:solidFill>
                  <a:srgbClr val="272AD8"/>
                </a:solidFill>
                <a:latin typeface="Courier New"/>
                <a:cs typeface="Courier New"/>
              </a:rPr>
              <a:t>4</a:t>
            </a:r>
            <a:r>
              <a:rPr sz="1200" spc="-10" dirty="0">
                <a:latin typeface="Courier New"/>
                <a:cs typeface="Courier New"/>
              </a:rPr>
              <a:t>]={{</a:t>
            </a:r>
            <a:r>
              <a:rPr sz="1200" spc="-10" dirty="0">
                <a:solidFill>
                  <a:srgbClr val="272AD8"/>
                </a:solidFill>
                <a:latin typeface="Courier New"/>
                <a:cs typeface="Courier New"/>
              </a:rPr>
              <a:t>1</a:t>
            </a:r>
            <a:r>
              <a:rPr sz="1200" spc="-10" dirty="0">
                <a:latin typeface="Courier New"/>
                <a:cs typeface="Courier New"/>
              </a:rPr>
              <a:t>,</a:t>
            </a:r>
            <a:r>
              <a:rPr sz="1200" spc="-10" dirty="0">
                <a:solidFill>
                  <a:srgbClr val="272AD8"/>
                </a:solidFill>
                <a:latin typeface="Courier New"/>
                <a:cs typeface="Courier New"/>
              </a:rPr>
              <a:t>2</a:t>
            </a:r>
            <a:r>
              <a:rPr sz="1200" spc="-10" dirty="0">
                <a:latin typeface="Courier New"/>
                <a:cs typeface="Courier New"/>
              </a:rPr>
              <a:t>,</a:t>
            </a:r>
            <a:r>
              <a:rPr sz="1200" spc="-10" dirty="0">
                <a:solidFill>
                  <a:srgbClr val="272AD8"/>
                </a:solidFill>
                <a:latin typeface="Courier New"/>
                <a:cs typeface="Courier New"/>
              </a:rPr>
              <a:t>3</a:t>
            </a:r>
            <a:r>
              <a:rPr sz="1200" spc="-10" dirty="0">
                <a:latin typeface="Courier New"/>
                <a:cs typeface="Courier New"/>
              </a:rPr>
              <a:t>,</a:t>
            </a:r>
            <a:r>
              <a:rPr sz="1200" spc="-10" dirty="0">
                <a:solidFill>
                  <a:srgbClr val="272AD8"/>
                </a:solidFill>
                <a:latin typeface="Courier New"/>
                <a:cs typeface="Courier New"/>
              </a:rPr>
              <a:t>4</a:t>
            </a:r>
            <a:r>
              <a:rPr sz="1200" spc="-10" dirty="0">
                <a:latin typeface="Courier New"/>
                <a:cs typeface="Courier New"/>
              </a:rPr>
              <a:t>},{</a:t>
            </a:r>
            <a:r>
              <a:rPr sz="1200" spc="-10" dirty="0">
                <a:solidFill>
                  <a:srgbClr val="272AD8"/>
                </a:solidFill>
                <a:latin typeface="Courier New"/>
                <a:cs typeface="Courier New"/>
              </a:rPr>
              <a:t>2</a:t>
            </a:r>
            <a:r>
              <a:rPr sz="1200" spc="-10" dirty="0">
                <a:latin typeface="Courier New"/>
                <a:cs typeface="Courier New"/>
              </a:rPr>
              <a:t>,</a:t>
            </a:r>
            <a:r>
              <a:rPr sz="1200" spc="-10" dirty="0">
                <a:solidFill>
                  <a:srgbClr val="272AD8"/>
                </a:solidFill>
                <a:latin typeface="Courier New"/>
                <a:cs typeface="Courier New"/>
              </a:rPr>
              <a:t>4</a:t>
            </a:r>
            <a:r>
              <a:rPr sz="1200" spc="-10" dirty="0">
                <a:latin typeface="Courier New"/>
                <a:cs typeface="Courier New"/>
              </a:rPr>
              <a:t>,</a:t>
            </a:r>
            <a:r>
              <a:rPr sz="1200" spc="-10" dirty="0">
                <a:solidFill>
                  <a:srgbClr val="272AD8"/>
                </a:solidFill>
                <a:latin typeface="Courier New"/>
                <a:cs typeface="Courier New"/>
              </a:rPr>
              <a:t>6</a:t>
            </a:r>
            <a:r>
              <a:rPr sz="1200" spc="-10" dirty="0">
                <a:latin typeface="Courier New"/>
                <a:cs typeface="Courier New"/>
              </a:rPr>
              <a:t>,</a:t>
            </a:r>
            <a:r>
              <a:rPr sz="1200" spc="-10" dirty="0">
                <a:solidFill>
                  <a:srgbClr val="272AD8"/>
                </a:solidFill>
                <a:latin typeface="Courier New"/>
                <a:cs typeface="Courier New"/>
              </a:rPr>
              <a:t>8</a:t>
            </a:r>
            <a:r>
              <a:rPr sz="1200" spc="-10" dirty="0">
                <a:latin typeface="Courier New"/>
                <a:cs typeface="Courier New"/>
              </a:rPr>
              <a:t>},{</a:t>
            </a:r>
            <a:r>
              <a:rPr sz="1200" spc="-10" dirty="0">
                <a:solidFill>
                  <a:srgbClr val="272AD8"/>
                </a:solidFill>
                <a:latin typeface="Courier New"/>
                <a:cs typeface="Courier New"/>
              </a:rPr>
              <a:t>1</a:t>
            </a:r>
            <a:r>
              <a:rPr sz="1200" spc="-10" dirty="0">
                <a:latin typeface="Courier New"/>
                <a:cs typeface="Courier New"/>
              </a:rPr>
              <a:t>,</a:t>
            </a:r>
            <a:r>
              <a:rPr sz="1200" spc="-10" dirty="0">
                <a:solidFill>
                  <a:srgbClr val="272AD8"/>
                </a:solidFill>
                <a:latin typeface="Courier New"/>
                <a:cs typeface="Courier New"/>
              </a:rPr>
              <a:t>3</a:t>
            </a:r>
            <a:r>
              <a:rPr sz="1200" spc="-10" dirty="0">
                <a:latin typeface="Courier New"/>
                <a:cs typeface="Courier New"/>
              </a:rPr>
              <a:t>,</a:t>
            </a:r>
            <a:r>
              <a:rPr sz="1200" spc="-10" dirty="0">
                <a:solidFill>
                  <a:srgbClr val="272AD8"/>
                </a:solidFill>
                <a:latin typeface="Courier New"/>
                <a:cs typeface="Courier New"/>
              </a:rPr>
              <a:t>5</a:t>
            </a:r>
            <a:r>
              <a:rPr sz="1200" spc="-10" dirty="0">
                <a:latin typeface="Courier New"/>
                <a:cs typeface="Courier New"/>
              </a:rPr>
              <a:t>,</a:t>
            </a:r>
            <a:r>
              <a:rPr sz="1200" spc="-10" dirty="0">
                <a:solidFill>
                  <a:srgbClr val="272AD8"/>
                </a:solidFill>
                <a:latin typeface="Courier New"/>
                <a:cs typeface="Courier New"/>
              </a:rPr>
              <a:t>7</a:t>
            </a:r>
            <a:r>
              <a:rPr sz="1200" spc="-10" dirty="0">
                <a:latin typeface="Courier New"/>
                <a:cs typeface="Courier New"/>
              </a:rPr>
              <a:t>}};</a:t>
            </a:r>
            <a:endParaRPr sz="12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100"/>
              </a:spcBef>
            </a:pPr>
            <a:endParaRPr sz="1200">
              <a:latin typeface="Courier New"/>
              <a:cs typeface="Courier New"/>
            </a:endParaRPr>
          </a:p>
          <a:p>
            <a:pPr marL="471170" marR="3903979">
              <a:lnSpc>
                <a:spcPct val="100000"/>
              </a:lnSpc>
            </a:pPr>
            <a:r>
              <a:rPr sz="1200" dirty="0">
                <a:solidFill>
                  <a:srgbClr val="BA2DA2"/>
                </a:solidFill>
                <a:latin typeface="Courier New"/>
                <a:cs typeface="Courier New"/>
              </a:rPr>
              <a:t>int</a:t>
            </a:r>
            <a:r>
              <a:rPr sz="1200" spc="-10" dirty="0">
                <a:solidFill>
                  <a:srgbClr val="BA2DA2"/>
                </a:solidFill>
                <a:latin typeface="Courier New"/>
                <a:cs typeface="Courier New"/>
              </a:rPr>
              <a:t> </a:t>
            </a:r>
            <a:r>
              <a:rPr sz="1200" spc="-10" dirty="0">
                <a:latin typeface="Courier New"/>
                <a:cs typeface="Courier New"/>
              </a:rPr>
              <a:t>*B[</a:t>
            </a:r>
            <a:r>
              <a:rPr sz="1200" spc="-10" dirty="0">
                <a:solidFill>
                  <a:srgbClr val="272AD8"/>
                </a:solidFill>
                <a:latin typeface="Courier New"/>
                <a:cs typeface="Courier New"/>
              </a:rPr>
              <a:t>3</a:t>
            </a:r>
            <a:r>
              <a:rPr sz="1200" spc="-10" dirty="0">
                <a:latin typeface="Courier New"/>
                <a:cs typeface="Courier New"/>
              </a:rPr>
              <a:t>]; </a:t>
            </a:r>
            <a:r>
              <a:rPr sz="1200" dirty="0">
                <a:solidFill>
                  <a:srgbClr val="BA2DA2"/>
                </a:solidFill>
                <a:latin typeface="Courier New"/>
                <a:cs typeface="Courier New"/>
              </a:rPr>
              <a:t>int </a:t>
            </a:r>
            <a:r>
              <a:rPr sz="1200" spc="-20" dirty="0">
                <a:latin typeface="Courier New"/>
                <a:cs typeface="Courier New"/>
              </a:rPr>
              <a:t>**C; </a:t>
            </a:r>
            <a:r>
              <a:rPr sz="1200" dirty="0">
                <a:solidFill>
                  <a:srgbClr val="BA2DA2"/>
                </a:solidFill>
                <a:latin typeface="Courier New"/>
                <a:cs typeface="Courier New"/>
              </a:rPr>
              <a:t>int </a:t>
            </a:r>
            <a:r>
              <a:rPr sz="1200" spc="-20" dirty="0">
                <a:latin typeface="Courier New"/>
                <a:cs typeface="Courier New"/>
              </a:rPr>
              <a:t>i,j;</a:t>
            </a:r>
            <a:endParaRPr sz="12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</a:pPr>
            <a:endParaRPr sz="12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200"/>
              </a:spcBef>
            </a:pPr>
            <a:endParaRPr sz="1200">
              <a:latin typeface="Courier New"/>
              <a:cs typeface="Courier New"/>
            </a:endParaRPr>
          </a:p>
          <a:p>
            <a:pPr marL="471170" marR="1151890" algn="just">
              <a:lnSpc>
                <a:spcPct val="100000"/>
              </a:lnSpc>
            </a:pPr>
            <a:r>
              <a:rPr sz="1200" dirty="0">
                <a:latin typeface="Courier New"/>
                <a:cs typeface="Courier New"/>
              </a:rPr>
              <a:t>B[</a:t>
            </a:r>
            <a:r>
              <a:rPr sz="1200" dirty="0">
                <a:solidFill>
                  <a:srgbClr val="272AD8"/>
                </a:solidFill>
                <a:latin typeface="Courier New"/>
                <a:cs typeface="Courier New"/>
              </a:rPr>
              <a:t>0</a:t>
            </a:r>
            <a:r>
              <a:rPr sz="1200" dirty="0">
                <a:latin typeface="Courier New"/>
                <a:cs typeface="Courier New"/>
              </a:rPr>
              <a:t>]=(</a:t>
            </a:r>
            <a:r>
              <a:rPr sz="1200" dirty="0">
                <a:solidFill>
                  <a:srgbClr val="BA2DA2"/>
                </a:solidFill>
                <a:latin typeface="Courier New"/>
                <a:cs typeface="Courier New"/>
              </a:rPr>
              <a:t>int</a:t>
            </a:r>
            <a:r>
              <a:rPr sz="1200" spc="-20" dirty="0">
                <a:solidFill>
                  <a:srgbClr val="BA2DA2"/>
                </a:solidFill>
                <a:latin typeface="Courier New"/>
                <a:cs typeface="Courier New"/>
              </a:rPr>
              <a:t> </a:t>
            </a:r>
            <a:r>
              <a:rPr sz="1200" spc="-10" dirty="0">
                <a:latin typeface="Courier New"/>
                <a:cs typeface="Courier New"/>
              </a:rPr>
              <a:t>*)</a:t>
            </a:r>
            <a:r>
              <a:rPr sz="1200" spc="-10" dirty="0">
                <a:solidFill>
                  <a:srgbClr val="3E1E81"/>
                </a:solidFill>
                <a:latin typeface="Courier New"/>
                <a:cs typeface="Courier New"/>
              </a:rPr>
              <a:t>malloc</a:t>
            </a:r>
            <a:r>
              <a:rPr sz="1200" spc="-10" dirty="0">
                <a:latin typeface="Courier New"/>
                <a:cs typeface="Courier New"/>
              </a:rPr>
              <a:t>(</a:t>
            </a:r>
            <a:r>
              <a:rPr sz="1200" spc="-10" dirty="0">
                <a:solidFill>
                  <a:srgbClr val="272AD8"/>
                </a:solidFill>
                <a:latin typeface="Courier New"/>
                <a:cs typeface="Courier New"/>
              </a:rPr>
              <a:t>4</a:t>
            </a:r>
            <a:r>
              <a:rPr sz="1200" spc="-10" dirty="0">
                <a:latin typeface="Courier New"/>
                <a:cs typeface="Courier New"/>
              </a:rPr>
              <a:t>*</a:t>
            </a:r>
            <a:r>
              <a:rPr sz="1200" spc="-10" dirty="0">
                <a:solidFill>
                  <a:srgbClr val="BA2DA2"/>
                </a:solidFill>
                <a:latin typeface="Courier New"/>
                <a:cs typeface="Courier New"/>
              </a:rPr>
              <a:t>sizeof</a:t>
            </a:r>
            <a:r>
              <a:rPr sz="1200" spc="-10" dirty="0">
                <a:latin typeface="Courier New"/>
                <a:cs typeface="Courier New"/>
              </a:rPr>
              <a:t>(</a:t>
            </a:r>
            <a:r>
              <a:rPr sz="1200" spc="-10" dirty="0">
                <a:solidFill>
                  <a:srgbClr val="BA2DA2"/>
                </a:solidFill>
                <a:latin typeface="Courier New"/>
                <a:cs typeface="Courier New"/>
              </a:rPr>
              <a:t>int</a:t>
            </a:r>
            <a:r>
              <a:rPr sz="1200" spc="-10" dirty="0">
                <a:latin typeface="Courier New"/>
                <a:cs typeface="Courier New"/>
              </a:rPr>
              <a:t>)); </a:t>
            </a:r>
            <a:r>
              <a:rPr sz="1200" dirty="0">
                <a:latin typeface="Courier New"/>
                <a:cs typeface="Courier New"/>
              </a:rPr>
              <a:t>B[</a:t>
            </a:r>
            <a:r>
              <a:rPr sz="1200" dirty="0">
                <a:solidFill>
                  <a:srgbClr val="272AD8"/>
                </a:solidFill>
                <a:latin typeface="Courier New"/>
                <a:cs typeface="Courier New"/>
              </a:rPr>
              <a:t>1</a:t>
            </a:r>
            <a:r>
              <a:rPr sz="1200" dirty="0">
                <a:latin typeface="Courier New"/>
                <a:cs typeface="Courier New"/>
              </a:rPr>
              <a:t>]=(</a:t>
            </a:r>
            <a:r>
              <a:rPr sz="1200" dirty="0">
                <a:solidFill>
                  <a:srgbClr val="BA2DA2"/>
                </a:solidFill>
                <a:latin typeface="Courier New"/>
                <a:cs typeface="Courier New"/>
              </a:rPr>
              <a:t>int</a:t>
            </a:r>
            <a:r>
              <a:rPr sz="1200" spc="-20" dirty="0">
                <a:solidFill>
                  <a:srgbClr val="BA2DA2"/>
                </a:solidFill>
                <a:latin typeface="Courier New"/>
                <a:cs typeface="Courier New"/>
              </a:rPr>
              <a:t> </a:t>
            </a:r>
            <a:r>
              <a:rPr sz="1200" spc="-10" dirty="0">
                <a:latin typeface="Courier New"/>
                <a:cs typeface="Courier New"/>
              </a:rPr>
              <a:t>*)</a:t>
            </a:r>
            <a:r>
              <a:rPr sz="1200" spc="-10" dirty="0">
                <a:solidFill>
                  <a:srgbClr val="3E1E81"/>
                </a:solidFill>
                <a:latin typeface="Courier New"/>
                <a:cs typeface="Courier New"/>
              </a:rPr>
              <a:t>malloc</a:t>
            </a:r>
            <a:r>
              <a:rPr sz="1200" spc="-10" dirty="0">
                <a:latin typeface="Courier New"/>
                <a:cs typeface="Courier New"/>
              </a:rPr>
              <a:t>(</a:t>
            </a:r>
            <a:r>
              <a:rPr sz="1200" spc="-10" dirty="0">
                <a:solidFill>
                  <a:srgbClr val="272AD8"/>
                </a:solidFill>
                <a:latin typeface="Courier New"/>
                <a:cs typeface="Courier New"/>
              </a:rPr>
              <a:t>4</a:t>
            </a:r>
            <a:r>
              <a:rPr sz="1200" spc="-10" dirty="0">
                <a:latin typeface="Courier New"/>
                <a:cs typeface="Courier New"/>
              </a:rPr>
              <a:t>*</a:t>
            </a:r>
            <a:r>
              <a:rPr sz="1200" spc="-10" dirty="0">
                <a:solidFill>
                  <a:srgbClr val="BA2DA2"/>
                </a:solidFill>
                <a:latin typeface="Courier New"/>
                <a:cs typeface="Courier New"/>
              </a:rPr>
              <a:t>sizeof</a:t>
            </a:r>
            <a:r>
              <a:rPr sz="1200" spc="-10" dirty="0">
                <a:latin typeface="Courier New"/>
                <a:cs typeface="Courier New"/>
              </a:rPr>
              <a:t>(</a:t>
            </a:r>
            <a:r>
              <a:rPr sz="1200" spc="-10" dirty="0">
                <a:solidFill>
                  <a:srgbClr val="BA2DA2"/>
                </a:solidFill>
                <a:latin typeface="Courier New"/>
                <a:cs typeface="Courier New"/>
              </a:rPr>
              <a:t>int</a:t>
            </a:r>
            <a:r>
              <a:rPr sz="1200" spc="-10" dirty="0">
                <a:latin typeface="Courier New"/>
                <a:cs typeface="Courier New"/>
              </a:rPr>
              <a:t>)); </a:t>
            </a:r>
            <a:r>
              <a:rPr sz="1200" dirty="0">
                <a:latin typeface="Courier New"/>
                <a:cs typeface="Courier New"/>
              </a:rPr>
              <a:t>B[</a:t>
            </a:r>
            <a:r>
              <a:rPr sz="1200" dirty="0">
                <a:solidFill>
                  <a:srgbClr val="272AD8"/>
                </a:solidFill>
                <a:latin typeface="Courier New"/>
                <a:cs typeface="Courier New"/>
              </a:rPr>
              <a:t>2</a:t>
            </a:r>
            <a:r>
              <a:rPr sz="1200" dirty="0">
                <a:latin typeface="Courier New"/>
                <a:cs typeface="Courier New"/>
              </a:rPr>
              <a:t>]=(</a:t>
            </a:r>
            <a:r>
              <a:rPr sz="1200" dirty="0">
                <a:solidFill>
                  <a:srgbClr val="BA2DA2"/>
                </a:solidFill>
                <a:latin typeface="Courier New"/>
                <a:cs typeface="Courier New"/>
              </a:rPr>
              <a:t>int</a:t>
            </a:r>
            <a:r>
              <a:rPr sz="1200" spc="-20" dirty="0">
                <a:solidFill>
                  <a:srgbClr val="BA2DA2"/>
                </a:solidFill>
                <a:latin typeface="Courier New"/>
                <a:cs typeface="Courier New"/>
              </a:rPr>
              <a:t> </a:t>
            </a:r>
            <a:r>
              <a:rPr sz="1200" spc="-10" dirty="0">
                <a:latin typeface="Courier New"/>
                <a:cs typeface="Courier New"/>
              </a:rPr>
              <a:t>*)</a:t>
            </a:r>
            <a:r>
              <a:rPr sz="1200" spc="-10" dirty="0">
                <a:solidFill>
                  <a:srgbClr val="3E1E81"/>
                </a:solidFill>
                <a:latin typeface="Courier New"/>
                <a:cs typeface="Courier New"/>
              </a:rPr>
              <a:t>malloc</a:t>
            </a:r>
            <a:r>
              <a:rPr sz="1200" spc="-10" dirty="0">
                <a:latin typeface="Courier New"/>
                <a:cs typeface="Courier New"/>
              </a:rPr>
              <a:t>(</a:t>
            </a:r>
            <a:r>
              <a:rPr sz="1200" spc="-10" dirty="0">
                <a:solidFill>
                  <a:srgbClr val="272AD8"/>
                </a:solidFill>
                <a:latin typeface="Courier New"/>
                <a:cs typeface="Courier New"/>
              </a:rPr>
              <a:t>4</a:t>
            </a:r>
            <a:r>
              <a:rPr sz="1200" spc="-10" dirty="0">
                <a:latin typeface="Courier New"/>
                <a:cs typeface="Courier New"/>
              </a:rPr>
              <a:t>*</a:t>
            </a:r>
            <a:r>
              <a:rPr sz="1200" spc="-10" dirty="0">
                <a:solidFill>
                  <a:srgbClr val="BA2DA2"/>
                </a:solidFill>
                <a:latin typeface="Courier New"/>
                <a:cs typeface="Courier New"/>
              </a:rPr>
              <a:t>sizeof</a:t>
            </a:r>
            <a:r>
              <a:rPr sz="1200" spc="-10" dirty="0">
                <a:latin typeface="Courier New"/>
                <a:cs typeface="Courier New"/>
              </a:rPr>
              <a:t>(</a:t>
            </a:r>
            <a:r>
              <a:rPr sz="1200" spc="-10" dirty="0">
                <a:solidFill>
                  <a:srgbClr val="BA2DA2"/>
                </a:solidFill>
                <a:latin typeface="Courier New"/>
                <a:cs typeface="Courier New"/>
              </a:rPr>
              <a:t>int</a:t>
            </a:r>
            <a:r>
              <a:rPr sz="1200" spc="-10" dirty="0">
                <a:latin typeface="Courier New"/>
                <a:cs typeface="Courier New"/>
              </a:rPr>
              <a:t>));</a:t>
            </a:r>
            <a:endParaRPr sz="12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</a:pPr>
            <a:endParaRPr sz="12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200"/>
              </a:spcBef>
            </a:pPr>
            <a:endParaRPr sz="1200">
              <a:latin typeface="Courier New"/>
              <a:cs typeface="Courier New"/>
            </a:endParaRPr>
          </a:p>
          <a:p>
            <a:pPr marL="471170" marR="1151890" algn="just">
              <a:lnSpc>
                <a:spcPct val="100000"/>
              </a:lnSpc>
              <a:spcBef>
                <a:spcPts val="5"/>
              </a:spcBef>
            </a:pPr>
            <a:r>
              <a:rPr sz="1200" dirty="0">
                <a:latin typeface="Courier New"/>
                <a:cs typeface="Courier New"/>
              </a:rPr>
              <a:t>C=(</a:t>
            </a:r>
            <a:r>
              <a:rPr sz="1200" dirty="0">
                <a:solidFill>
                  <a:srgbClr val="BA2DA2"/>
                </a:solidFill>
                <a:latin typeface="Courier New"/>
                <a:cs typeface="Courier New"/>
              </a:rPr>
              <a:t>int</a:t>
            </a:r>
            <a:r>
              <a:rPr sz="1200" spc="-10" dirty="0">
                <a:solidFill>
                  <a:srgbClr val="BA2DA2"/>
                </a:solidFill>
                <a:latin typeface="Courier New"/>
                <a:cs typeface="Courier New"/>
              </a:rPr>
              <a:t> </a:t>
            </a:r>
            <a:r>
              <a:rPr sz="1200" dirty="0">
                <a:latin typeface="Courier New"/>
                <a:cs typeface="Courier New"/>
              </a:rPr>
              <a:t>**)</a:t>
            </a:r>
            <a:r>
              <a:rPr sz="1200" dirty="0">
                <a:solidFill>
                  <a:srgbClr val="3E1E81"/>
                </a:solidFill>
                <a:latin typeface="Courier New"/>
                <a:cs typeface="Courier New"/>
              </a:rPr>
              <a:t>malloc</a:t>
            </a:r>
            <a:r>
              <a:rPr sz="1200" dirty="0">
                <a:latin typeface="Courier New"/>
                <a:cs typeface="Courier New"/>
              </a:rPr>
              <a:t>(</a:t>
            </a:r>
            <a:r>
              <a:rPr sz="1200" dirty="0">
                <a:solidFill>
                  <a:srgbClr val="272AD8"/>
                </a:solidFill>
                <a:latin typeface="Courier New"/>
                <a:cs typeface="Courier New"/>
              </a:rPr>
              <a:t>3</a:t>
            </a:r>
            <a:r>
              <a:rPr sz="1200" dirty="0">
                <a:latin typeface="Courier New"/>
                <a:cs typeface="Courier New"/>
              </a:rPr>
              <a:t>*</a:t>
            </a:r>
            <a:r>
              <a:rPr sz="1200" dirty="0">
                <a:solidFill>
                  <a:srgbClr val="BA2DA2"/>
                </a:solidFill>
                <a:latin typeface="Courier New"/>
                <a:cs typeface="Courier New"/>
              </a:rPr>
              <a:t>sizeof</a:t>
            </a:r>
            <a:r>
              <a:rPr sz="1200" dirty="0">
                <a:latin typeface="Courier New"/>
                <a:cs typeface="Courier New"/>
              </a:rPr>
              <a:t>(</a:t>
            </a:r>
            <a:r>
              <a:rPr sz="1200" dirty="0">
                <a:solidFill>
                  <a:srgbClr val="BA2DA2"/>
                </a:solidFill>
                <a:latin typeface="Courier New"/>
                <a:cs typeface="Courier New"/>
              </a:rPr>
              <a:t>int</a:t>
            </a:r>
            <a:r>
              <a:rPr sz="1200" spc="-10" dirty="0">
                <a:solidFill>
                  <a:srgbClr val="BA2DA2"/>
                </a:solidFill>
                <a:latin typeface="Courier New"/>
                <a:cs typeface="Courier New"/>
              </a:rPr>
              <a:t> </a:t>
            </a:r>
            <a:r>
              <a:rPr sz="1200" spc="-20" dirty="0">
                <a:latin typeface="Courier New"/>
                <a:cs typeface="Courier New"/>
              </a:rPr>
              <a:t>*)); </a:t>
            </a:r>
            <a:r>
              <a:rPr sz="1200" dirty="0">
                <a:latin typeface="Courier New"/>
                <a:cs typeface="Courier New"/>
              </a:rPr>
              <a:t>C[</a:t>
            </a:r>
            <a:r>
              <a:rPr sz="1200" dirty="0">
                <a:solidFill>
                  <a:srgbClr val="272AD8"/>
                </a:solidFill>
                <a:latin typeface="Courier New"/>
                <a:cs typeface="Courier New"/>
              </a:rPr>
              <a:t>0</a:t>
            </a:r>
            <a:r>
              <a:rPr sz="1200" dirty="0">
                <a:latin typeface="Courier New"/>
                <a:cs typeface="Courier New"/>
              </a:rPr>
              <a:t>]=(</a:t>
            </a:r>
            <a:r>
              <a:rPr sz="1200" dirty="0">
                <a:solidFill>
                  <a:srgbClr val="BA2DA2"/>
                </a:solidFill>
                <a:latin typeface="Courier New"/>
                <a:cs typeface="Courier New"/>
              </a:rPr>
              <a:t>int</a:t>
            </a:r>
            <a:r>
              <a:rPr sz="1200" spc="-20" dirty="0">
                <a:solidFill>
                  <a:srgbClr val="BA2DA2"/>
                </a:solidFill>
                <a:latin typeface="Courier New"/>
                <a:cs typeface="Courier New"/>
              </a:rPr>
              <a:t> </a:t>
            </a:r>
            <a:r>
              <a:rPr sz="1200" spc="-10" dirty="0">
                <a:latin typeface="Courier New"/>
                <a:cs typeface="Courier New"/>
              </a:rPr>
              <a:t>*)</a:t>
            </a:r>
            <a:r>
              <a:rPr sz="1200" spc="-10" dirty="0">
                <a:solidFill>
                  <a:srgbClr val="3E1E81"/>
                </a:solidFill>
                <a:latin typeface="Courier New"/>
                <a:cs typeface="Courier New"/>
              </a:rPr>
              <a:t>malloc</a:t>
            </a:r>
            <a:r>
              <a:rPr sz="1200" spc="-10" dirty="0">
                <a:latin typeface="Courier New"/>
                <a:cs typeface="Courier New"/>
              </a:rPr>
              <a:t>(</a:t>
            </a:r>
            <a:r>
              <a:rPr sz="1200" spc="-10" dirty="0">
                <a:solidFill>
                  <a:srgbClr val="272AD8"/>
                </a:solidFill>
                <a:latin typeface="Courier New"/>
                <a:cs typeface="Courier New"/>
              </a:rPr>
              <a:t>4</a:t>
            </a:r>
            <a:r>
              <a:rPr sz="1200" spc="-10" dirty="0">
                <a:latin typeface="Courier New"/>
                <a:cs typeface="Courier New"/>
              </a:rPr>
              <a:t>*</a:t>
            </a:r>
            <a:r>
              <a:rPr sz="1200" spc="-10" dirty="0">
                <a:solidFill>
                  <a:srgbClr val="BA2DA2"/>
                </a:solidFill>
                <a:latin typeface="Courier New"/>
                <a:cs typeface="Courier New"/>
              </a:rPr>
              <a:t>sizeof</a:t>
            </a:r>
            <a:r>
              <a:rPr sz="1200" spc="-10" dirty="0">
                <a:latin typeface="Courier New"/>
                <a:cs typeface="Courier New"/>
              </a:rPr>
              <a:t>(</a:t>
            </a:r>
            <a:r>
              <a:rPr sz="1200" spc="-10" dirty="0">
                <a:solidFill>
                  <a:srgbClr val="BA2DA2"/>
                </a:solidFill>
                <a:latin typeface="Courier New"/>
                <a:cs typeface="Courier New"/>
              </a:rPr>
              <a:t>int</a:t>
            </a:r>
            <a:r>
              <a:rPr sz="1200" spc="-10" dirty="0">
                <a:latin typeface="Courier New"/>
                <a:cs typeface="Courier New"/>
              </a:rPr>
              <a:t>)); </a:t>
            </a:r>
            <a:r>
              <a:rPr sz="1200" dirty="0">
                <a:latin typeface="Courier New"/>
                <a:cs typeface="Courier New"/>
              </a:rPr>
              <a:t>C[</a:t>
            </a:r>
            <a:r>
              <a:rPr sz="1200" dirty="0">
                <a:solidFill>
                  <a:srgbClr val="272AD8"/>
                </a:solidFill>
                <a:latin typeface="Courier New"/>
                <a:cs typeface="Courier New"/>
              </a:rPr>
              <a:t>1</a:t>
            </a:r>
            <a:r>
              <a:rPr sz="1200" dirty="0">
                <a:latin typeface="Courier New"/>
                <a:cs typeface="Courier New"/>
              </a:rPr>
              <a:t>]=(</a:t>
            </a:r>
            <a:r>
              <a:rPr sz="1200" dirty="0">
                <a:solidFill>
                  <a:srgbClr val="BA2DA2"/>
                </a:solidFill>
                <a:latin typeface="Courier New"/>
                <a:cs typeface="Courier New"/>
              </a:rPr>
              <a:t>int</a:t>
            </a:r>
            <a:r>
              <a:rPr sz="1200" spc="-20" dirty="0">
                <a:solidFill>
                  <a:srgbClr val="BA2DA2"/>
                </a:solidFill>
                <a:latin typeface="Courier New"/>
                <a:cs typeface="Courier New"/>
              </a:rPr>
              <a:t> </a:t>
            </a:r>
            <a:r>
              <a:rPr sz="1200" spc="-10" dirty="0">
                <a:latin typeface="Courier New"/>
                <a:cs typeface="Courier New"/>
              </a:rPr>
              <a:t>*)</a:t>
            </a:r>
            <a:r>
              <a:rPr sz="1200" spc="-10" dirty="0">
                <a:solidFill>
                  <a:srgbClr val="3E1E81"/>
                </a:solidFill>
                <a:latin typeface="Courier New"/>
                <a:cs typeface="Courier New"/>
              </a:rPr>
              <a:t>malloc</a:t>
            </a:r>
            <a:r>
              <a:rPr sz="1200" spc="-10" dirty="0">
                <a:latin typeface="Courier New"/>
                <a:cs typeface="Courier New"/>
              </a:rPr>
              <a:t>(</a:t>
            </a:r>
            <a:r>
              <a:rPr sz="1200" spc="-10" dirty="0">
                <a:solidFill>
                  <a:srgbClr val="272AD8"/>
                </a:solidFill>
                <a:latin typeface="Courier New"/>
                <a:cs typeface="Courier New"/>
              </a:rPr>
              <a:t>4</a:t>
            </a:r>
            <a:r>
              <a:rPr sz="1200" spc="-10" dirty="0">
                <a:latin typeface="Courier New"/>
                <a:cs typeface="Courier New"/>
              </a:rPr>
              <a:t>*</a:t>
            </a:r>
            <a:r>
              <a:rPr sz="1200" spc="-10" dirty="0">
                <a:solidFill>
                  <a:srgbClr val="BA2DA2"/>
                </a:solidFill>
                <a:latin typeface="Courier New"/>
                <a:cs typeface="Courier New"/>
              </a:rPr>
              <a:t>sizeof</a:t>
            </a:r>
            <a:r>
              <a:rPr sz="1200" spc="-10" dirty="0">
                <a:latin typeface="Courier New"/>
                <a:cs typeface="Courier New"/>
              </a:rPr>
              <a:t>(</a:t>
            </a:r>
            <a:r>
              <a:rPr sz="1200" spc="-10" dirty="0">
                <a:solidFill>
                  <a:srgbClr val="BA2DA2"/>
                </a:solidFill>
                <a:latin typeface="Courier New"/>
                <a:cs typeface="Courier New"/>
              </a:rPr>
              <a:t>int</a:t>
            </a:r>
            <a:r>
              <a:rPr sz="1200" spc="-10" dirty="0">
                <a:latin typeface="Courier New"/>
                <a:cs typeface="Courier New"/>
              </a:rPr>
              <a:t>)); </a:t>
            </a:r>
            <a:r>
              <a:rPr sz="1200" dirty="0">
                <a:latin typeface="Courier New"/>
                <a:cs typeface="Courier New"/>
              </a:rPr>
              <a:t>C[</a:t>
            </a:r>
            <a:r>
              <a:rPr sz="1200" dirty="0">
                <a:solidFill>
                  <a:srgbClr val="272AD8"/>
                </a:solidFill>
                <a:latin typeface="Courier New"/>
                <a:cs typeface="Courier New"/>
              </a:rPr>
              <a:t>2</a:t>
            </a:r>
            <a:r>
              <a:rPr sz="1200" dirty="0">
                <a:latin typeface="Courier New"/>
                <a:cs typeface="Courier New"/>
              </a:rPr>
              <a:t>]=(</a:t>
            </a:r>
            <a:r>
              <a:rPr sz="1200" dirty="0">
                <a:solidFill>
                  <a:srgbClr val="BA2DA2"/>
                </a:solidFill>
                <a:latin typeface="Courier New"/>
                <a:cs typeface="Courier New"/>
              </a:rPr>
              <a:t>int</a:t>
            </a:r>
            <a:r>
              <a:rPr sz="1200" spc="-20" dirty="0">
                <a:solidFill>
                  <a:srgbClr val="BA2DA2"/>
                </a:solidFill>
                <a:latin typeface="Courier New"/>
                <a:cs typeface="Courier New"/>
              </a:rPr>
              <a:t> </a:t>
            </a:r>
            <a:r>
              <a:rPr sz="1200" spc="-10" dirty="0">
                <a:latin typeface="Courier New"/>
                <a:cs typeface="Courier New"/>
              </a:rPr>
              <a:t>*)</a:t>
            </a:r>
            <a:r>
              <a:rPr sz="1200" spc="-10" dirty="0">
                <a:solidFill>
                  <a:srgbClr val="3E1E81"/>
                </a:solidFill>
                <a:latin typeface="Courier New"/>
                <a:cs typeface="Courier New"/>
              </a:rPr>
              <a:t>malloc</a:t>
            </a:r>
            <a:r>
              <a:rPr sz="1200" spc="-10" dirty="0">
                <a:latin typeface="Courier New"/>
                <a:cs typeface="Courier New"/>
              </a:rPr>
              <a:t>(</a:t>
            </a:r>
            <a:r>
              <a:rPr sz="1200" spc="-10" dirty="0">
                <a:solidFill>
                  <a:srgbClr val="272AD8"/>
                </a:solidFill>
                <a:latin typeface="Courier New"/>
                <a:cs typeface="Courier New"/>
              </a:rPr>
              <a:t>4</a:t>
            </a:r>
            <a:r>
              <a:rPr sz="1200" spc="-10" dirty="0">
                <a:latin typeface="Courier New"/>
                <a:cs typeface="Courier New"/>
              </a:rPr>
              <a:t>*</a:t>
            </a:r>
            <a:r>
              <a:rPr sz="1200" spc="-10" dirty="0">
                <a:solidFill>
                  <a:srgbClr val="BA2DA2"/>
                </a:solidFill>
                <a:latin typeface="Courier New"/>
                <a:cs typeface="Courier New"/>
              </a:rPr>
              <a:t>sizeof</a:t>
            </a:r>
            <a:r>
              <a:rPr sz="1200" spc="-10" dirty="0">
                <a:latin typeface="Courier New"/>
                <a:cs typeface="Courier New"/>
              </a:rPr>
              <a:t>(</a:t>
            </a:r>
            <a:r>
              <a:rPr sz="1200" spc="-10" dirty="0">
                <a:solidFill>
                  <a:srgbClr val="BA2DA2"/>
                </a:solidFill>
                <a:latin typeface="Courier New"/>
                <a:cs typeface="Courier New"/>
              </a:rPr>
              <a:t>int</a:t>
            </a:r>
            <a:r>
              <a:rPr sz="1200" spc="-10" dirty="0">
                <a:latin typeface="Courier New"/>
                <a:cs typeface="Courier New"/>
              </a:rPr>
              <a:t>));</a:t>
            </a:r>
            <a:endParaRPr sz="12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100"/>
              </a:spcBef>
            </a:pPr>
            <a:endParaRPr sz="1200">
              <a:latin typeface="Courier New"/>
              <a:cs typeface="Courier New"/>
            </a:endParaRPr>
          </a:p>
          <a:p>
            <a:pPr marL="471170">
              <a:lnSpc>
                <a:spcPct val="100000"/>
              </a:lnSpc>
            </a:pPr>
            <a:r>
              <a:rPr sz="1200" spc="-10" dirty="0">
                <a:solidFill>
                  <a:srgbClr val="BA2DA2"/>
                </a:solidFill>
                <a:latin typeface="Courier New"/>
                <a:cs typeface="Courier New"/>
              </a:rPr>
              <a:t>for</a:t>
            </a:r>
            <a:r>
              <a:rPr sz="1200" spc="-10" dirty="0">
                <a:latin typeface="Courier New"/>
                <a:cs typeface="Courier New"/>
              </a:rPr>
              <a:t>(i=</a:t>
            </a:r>
            <a:r>
              <a:rPr sz="1200" spc="-10" dirty="0">
                <a:solidFill>
                  <a:srgbClr val="272AD8"/>
                </a:solidFill>
                <a:latin typeface="Courier New"/>
                <a:cs typeface="Courier New"/>
              </a:rPr>
              <a:t>0</a:t>
            </a:r>
            <a:r>
              <a:rPr sz="1200" spc="-10" dirty="0">
                <a:latin typeface="Courier New"/>
                <a:cs typeface="Courier New"/>
              </a:rPr>
              <a:t>;i&lt;</a:t>
            </a:r>
            <a:r>
              <a:rPr sz="1200" spc="-10" dirty="0">
                <a:solidFill>
                  <a:srgbClr val="272AD8"/>
                </a:solidFill>
                <a:latin typeface="Courier New"/>
                <a:cs typeface="Courier New"/>
              </a:rPr>
              <a:t>3</a:t>
            </a:r>
            <a:r>
              <a:rPr sz="1200" spc="-10" dirty="0">
                <a:latin typeface="Courier New"/>
                <a:cs typeface="Courier New"/>
              </a:rPr>
              <a:t>;i++)</a:t>
            </a:r>
            <a:endParaRPr sz="1200">
              <a:latin typeface="Courier New"/>
              <a:cs typeface="Courier New"/>
            </a:endParaRPr>
          </a:p>
          <a:p>
            <a:pPr marL="471170">
              <a:lnSpc>
                <a:spcPct val="100000"/>
              </a:lnSpc>
            </a:pPr>
            <a:r>
              <a:rPr sz="1200" spc="-50" dirty="0">
                <a:latin typeface="Courier New"/>
                <a:cs typeface="Courier New"/>
              </a:rPr>
              <a:t>{</a:t>
            </a:r>
            <a:endParaRPr sz="1200">
              <a:latin typeface="Courier New"/>
              <a:cs typeface="Courier New"/>
            </a:endParaRPr>
          </a:p>
          <a:p>
            <a:pPr marL="1388745" marR="1610360" indent="-459105">
              <a:lnSpc>
                <a:spcPct val="100000"/>
              </a:lnSpc>
            </a:pPr>
            <a:r>
              <a:rPr sz="1200" spc="-10" dirty="0">
                <a:solidFill>
                  <a:srgbClr val="BA2DA2"/>
                </a:solidFill>
                <a:latin typeface="Courier New"/>
                <a:cs typeface="Courier New"/>
              </a:rPr>
              <a:t>for</a:t>
            </a:r>
            <a:r>
              <a:rPr sz="1200" spc="-10" dirty="0">
                <a:latin typeface="Courier New"/>
                <a:cs typeface="Courier New"/>
              </a:rPr>
              <a:t>(j=</a:t>
            </a:r>
            <a:r>
              <a:rPr sz="1200" spc="-10" dirty="0">
                <a:solidFill>
                  <a:srgbClr val="272AD8"/>
                </a:solidFill>
                <a:latin typeface="Courier New"/>
                <a:cs typeface="Courier New"/>
              </a:rPr>
              <a:t>0</a:t>
            </a:r>
            <a:r>
              <a:rPr sz="1200" spc="-10" dirty="0">
                <a:latin typeface="Courier New"/>
                <a:cs typeface="Courier New"/>
              </a:rPr>
              <a:t>;j&lt;</a:t>
            </a:r>
            <a:r>
              <a:rPr sz="1200" spc="-10" dirty="0">
                <a:solidFill>
                  <a:srgbClr val="272AD8"/>
                </a:solidFill>
                <a:latin typeface="Courier New"/>
                <a:cs typeface="Courier New"/>
              </a:rPr>
              <a:t>4</a:t>
            </a:r>
            <a:r>
              <a:rPr sz="1200" spc="-10" dirty="0">
                <a:latin typeface="Courier New"/>
                <a:cs typeface="Courier New"/>
              </a:rPr>
              <a:t>;j++) </a:t>
            </a:r>
            <a:r>
              <a:rPr sz="1200" dirty="0">
                <a:solidFill>
                  <a:srgbClr val="3E1E81"/>
                </a:solidFill>
                <a:latin typeface="Courier New"/>
                <a:cs typeface="Courier New"/>
              </a:rPr>
              <a:t>printf</a:t>
            </a:r>
            <a:r>
              <a:rPr sz="1200" dirty="0">
                <a:latin typeface="Courier New"/>
                <a:cs typeface="Courier New"/>
              </a:rPr>
              <a:t>(</a:t>
            </a:r>
            <a:r>
              <a:rPr sz="1200" dirty="0">
                <a:solidFill>
                  <a:srgbClr val="D12F1B"/>
                </a:solidFill>
                <a:latin typeface="Courier New"/>
                <a:cs typeface="Courier New"/>
              </a:rPr>
              <a:t>"%d</a:t>
            </a:r>
            <a:r>
              <a:rPr sz="1200" spc="-5" dirty="0">
                <a:solidFill>
                  <a:srgbClr val="D12F1B"/>
                </a:solidFill>
                <a:latin typeface="Courier New"/>
                <a:cs typeface="Courier New"/>
              </a:rPr>
              <a:t> </a:t>
            </a:r>
            <a:r>
              <a:rPr sz="1200" spc="-10" dirty="0">
                <a:solidFill>
                  <a:srgbClr val="D12F1B"/>
                </a:solidFill>
                <a:latin typeface="Courier New"/>
                <a:cs typeface="Courier New"/>
              </a:rPr>
              <a:t>"</a:t>
            </a:r>
            <a:r>
              <a:rPr sz="1200" spc="-10" dirty="0">
                <a:latin typeface="Courier New"/>
                <a:cs typeface="Courier New"/>
              </a:rPr>
              <a:t>,C[i][j]);</a:t>
            </a:r>
            <a:endParaRPr sz="1200">
              <a:latin typeface="Courier New"/>
              <a:cs typeface="Courier New"/>
            </a:endParaRPr>
          </a:p>
          <a:p>
            <a:pPr marL="929640">
              <a:lnSpc>
                <a:spcPct val="100000"/>
              </a:lnSpc>
            </a:pPr>
            <a:r>
              <a:rPr sz="1200" spc="-10" dirty="0">
                <a:solidFill>
                  <a:srgbClr val="3E1E81"/>
                </a:solidFill>
                <a:latin typeface="Courier New"/>
                <a:cs typeface="Courier New"/>
              </a:rPr>
              <a:t>printf</a:t>
            </a:r>
            <a:r>
              <a:rPr sz="1200" spc="-10" dirty="0">
                <a:latin typeface="Courier New"/>
                <a:cs typeface="Courier New"/>
              </a:rPr>
              <a:t>(</a:t>
            </a:r>
            <a:r>
              <a:rPr sz="1200" spc="-10" dirty="0">
                <a:solidFill>
                  <a:srgbClr val="D12F1B"/>
                </a:solidFill>
                <a:latin typeface="Courier New"/>
                <a:cs typeface="Courier New"/>
              </a:rPr>
              <a:t>"\n"</a:t>
            </a:r>
            <a:r>
              <a:rPr sz="1200" spc="-10" dirty="0">
                <a:latin typeface="Courier New"/>
                <a:cs typeface="Courier New"/>
              </a:rPr>
              <a:t>);</a:t>
            </a:r>
            <a:endParaRPr sz="1200">
              <a:latin typeface="Courier New"/>
              <a:cs typeface="Courier New"/>
            </a:endParaRPr>
          </a:p>
          <a:p>
            <a:pPr marL="471170">
              <a:lnSpc>
                <a:spcPct val="100000"/>
              </a:lnSpc>
            </a:pPr>
            <a:r>
              <a:rPr sz="1200" spc="-50" dirty="0">
                <a:latin typeface="Courier New"/>
                <a:cs typeface="Courier New"/>
              </a:rPr>
              <a:t>}</a:t>
            </a:r>
            <a:endParaRPr sz="12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100"/>
              </a:spcBef>
            </a:pPr>
            <a:endParaRPr sz="1200">
              <a:latin typeface="Courier New"/>
              <a:cs typeface="Courier New"/>
            </a:endParaRPr>
          </a:p>
          <a:p>
            <a:pPr marL="471170">
              <a:lnSpc>
                <a:spcPct val="100000"/>
              </a:lnSpc>
            </a:pPr>
            <a:r>
              <a:rPr sz="1200" dirty="0">
                <a:solidFill>
                  <a:srgbClr val="BA2DA2"/>
                </a:solidFill>
                <a:latin typeface="Courier New"/>
                <a:cs typeface="Courier New"/>
              </a:rPr>
              <a:t>return </a:t>
            </a:r>
            <a:r>
              <a:rPr sz="1200" spc="-25" dirty="0">
                <a:solidFill>
                  <a:srgbClr val="272AD8"/>
                </a:solidFill>
                <a:latin typeface="Courier New"/>
                <a:cs typeface="Courier New"/>
              </a:rPr>
              <a:t>0</a:t>
            </a:r>
            <a:r>
              <a:rPr sz="1200" spc="-25" dirty="0">
                <a:latin typeface="Courier New"/>
                <a:cs typeface="Courier New"/>
              </a:rPr>
              <a:t>;</a:t>
            </a:r>
            <a:endParaRPr sz="12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</a:pPr>
            <a:r>
              <a:rPr sz="1200" spc="-50" dirty="0">
                <a:latin typeface="Courier New"/>
                <a:cs typeface="Courier New"/>
              </a:rPr>
              <a:t>}</a:t>
            </a:r>
            <a:endParaRPr sz="1200">
              <a:latin typeface="Courier New"/>
              <a:cs typeface="Courier New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55739069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BBDB2212-65DC-A038-57AF-A0DD7E7003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Program 3: 2D</a:t>
            </a:r>
            <a:r>
              <a:rPr lang="en-US" spc="40" dirty="0" smtClean="0"/>
              <a:t> </a:t>
            </a:r>
            <a:r>
              <a:rPr lang="en-US" spc="-30" dirty="0" smtClean="0"/>
              <a:t>Array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A748FE8E-7936-F0CD-D01E-A1C3609B4C5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xmlns="" id="{942C748F-E808-44A6-3F66-FDFF2F20010F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object 3"/>
          <p:cNvSpPr txBox="1"/>
          <p:nvPr/>
        </p:nvSpPr>
        <p:spPr>
          <a:xfrm>
            <a:off x="341644" y="1421003"/>
            <a:ext cx="11615894" cy="414472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3330575">
              <a:lnSpc>
                <a:spcPct val="100000"/>
              </a:lnSpc>
              <a:spcBef>
                <a:spcPts val="100"/>
              </a:spcBef>
            </a:pPr>
            <a:r>
              <a:rPr lang="en-US" sz="1600" b="1" dirty="0" smtClean="0">
                <a:latin typeface="Roboto"/>
                <a:cs typeface="Courier New"/>
              </a:rPr>
              <a:t>#include&lt;</a:t>
            </a:r>
            <a:r>
              <a:rPr lang="en-US" sz="1600" b="1" dirty="0" err="1" smtClean="0">
                <a:latin typeface="Roboto"/>
                <a:cs typeface="Courier New"/>
              </a:rPr>
              <a:t>stdio.h</a:t>
            </a:r>
            <a:r>
              <a:rPr lang="en-US" sz="1600" b="1" dirty="0" smtClean="0">
                <a:latin typeface="Roboto"/>
                <a:cs typeface="Courier New"/>
              </a:rPr>
              <a:t>&gt;</a:t>
            </a:r>
          </a:p>
          <a:p>
            <a:pPr marL="12700" marR="3330575">
              <a:lnSpc>
                <a:spcPct val="100000"/>
              </a:lnSpc>
              <a:spcBef>
                <a:spcPts val="100"/>
              </a:spcBef>
            </a:pPr>
            <a:r>
              <a:rPr lang="en-US" sz="1600" b="1" dirty="0" err="1" smtClean="0">
                <a:latin typeface="Roboto"/>
                <a:cs typeface="Courier New"/>
              </a:rPr>
              <a:t>int</a:t>
            </a:r>
            <a:r>
              <a:rPr lang="en-US" sz="1600" b="1" dirty="0" smtClean="0">
                <a:latin typeface="Roboto"/>
                <a:cs typeface="Courier New"/>
              </a:rPr>
              <a:t> main()</a:t>
            </a:r>
          </a:p>
          <a:p>
            <a:pPr marL="12700" marR="3330575">
              <a:lnSpc>
                <a:spcPct val="100000"/>
              </a:lnSpc>
              <a:spcBef>
                <a:spcPts val="100"/>
              </a:spcBef>
            </a:pPr>
            <a:r>
              <a:rPr lang="en-US" sz="1600" b="1" dirty="0" smtClean="0">
                <a:latin typeface="Roboto"/>
                <a:cs typeface="Courier New"/>
              </a:rPr>
              <a:t>{</a:t>
            </a:r>
          </a:p>
          <a:p>
            <a:pPr marL="12700" marR="3330575">
              <a:lnSpc>
                <a:spcPct val="100000"/>
              </a:lnSpc>
              <a:spcBef>
                <a:spcPts val="100"/>
              </a:spcBef>
            </a:pPr>
            <a:r>
              <a:rPr lang="en-US" sz="1600" b="1" dirty="0" smtClean="0">
                <a:latin typeface="Roboto"/>
                <a:cs typeface="Courier New"/>
              </a:rPr>
              <a:t>	</a:t>
            </a:r>
            <a:r>
              <a:rPr lang="en-US" sz="1600" b="1" dirty="0" err="1" smtClean="0">
                <a:latin typeface="Roboto"/>
                <a:cs typeface="Courier New"/>
              </a:rPr>
              <a:t>int</a:t>
            </a:r>
            <a:r>
              <a:rPr lang="en-US" sz="1600" b="1" dirty="0" smtClean="0">
                <a:latin typeface="Roboto"/>
                <a:cs typeface="Courier New"/>
              </a:rPr>
              <a:t> A[3][3],</a:t>
            </a:r>
            <a:r>
              <a:rPr lang="en-US" sz="1600" b="1" dirty="0" err="1" smtClean="0">
                <a:latin typeface="Roboto"/>
                <a:cs typeface="Courier New"/>
              </a:rPr>
              <a:t>i,j</a:t>
            </a:r>
            <a:r>
              <a:rPr lang="en-US" sz="1600" b="1" dirty="0" smtClean="0">
                <a:latin typeface="Roboto"/>
                <a:cs typeface="Courier New"/>
              </a:rPr>
              <a:t>;</a:t>
            </a:r>
          </a:p>
          <a:p>
            <a:pPr marL="12700" marR="3330575">
              <a:lnSpc>
                <a:spcPct val="100000"/>
              </a:lnSpc>
              <a:spcBef>
                <a:spcPts val="100"/>
              </a:spcBef>
            </a:pPr>
            <a:r>
              <a:rPr lang="en-US" sz="1600" b="1" dirty="0" smtClean="0">
                <a:latin typeface="Roboto"/>
                <a:cs typeface="Courier New"/>
              </a:rPr>
              <a:t>	</a:t>
            </a:r>
            <a:r>
              <a:rPr lang="en-US" sz="1600" b="1" dirty="0" err="1" smtClean="0">
                <a:latin typeface="Roboto"/>
                <a:cs typeface="Courier New"/>
              </a:rPr>
              <a:t>printf</a:t>
            </a:r>
            <a:r>
              <a:rPr lang="en-US" sz="1600" b="1" dirty="0" smtClean="0">
                <a:latin typeface="Roboto"/>
                <a:cs typeface="Courier New"/>
              </a:rPr>
              <a:t>("Size of integer variable : %d </a:t>
            </a:r>
            <a:r>
              <a:rPr lang="en-US" sz="1600" b="1" dirty="0" err="1" smtClean="0">
                <a:latin typeface="Roboto"/>
                <a:cs typeface="Courier New"/>
              </a:rPr>
              <a:t>Bytes",sizeof</a:t>
            </a:r>
            <a:r>
              <a:rPr lang="en-US" sz="1600" b="1" dirty="0" smtClean="0">
                <a:latin typeface="Roboto"/>
                <a:cs typeface="Courier New"/>
              </a:rPr>
              <a:t>(</a:t>
            </a:r>
            <a:r>
              <a:rPr lang="en-US" sz="1600" b="1" dirty="0" err="1" smtClean="0">
                <a:latin typeface="Roboto"/>
                <a:cs typeface="Courier New"/>
              </a:rPr>
              <a:t>int</a:t>
            </a:r>
            <a:r>
              <a:rPr lang="en-US" sz="1600" b="1" dirty="0" smtClean="0">
                <a:latin typeface="Roboto"/>
                <a:cs typeface="Courier New"/>
              </a:rPr>
              <a:t>));</a:t>
            </a:r>
          </a:p>
          <a:p>
            <a:pPr marL="12700" marR="3330575">
              <a:lnSpc>
                <a:spcPct val="100000"/>
              </a:lnSpc>
              <a:spcBef>
                <a:spcPts val="100"/>
              </a:spcBef>
            </a:pPr>
            <a:r>
              <a:rPr lang="en-US" sz="1600" b="1" dirty="0" smtClean="0">
                <a:latin typeface="Roboto"/>
                <a:cs typeface="Courier New"/>
              </a:rPr>
              <a:t>	</a:t>
            </a:r>
          </a:p>
          <a:p>
            <a:pPr marL="12700" marR="3330575">
              <a:lnSpc>
                <a:spcPct val="100000"/>
              </a:lnSpc>
              <a:spcBef>
                <a:spcPts val="100"/>
              </a:spcBef>
            </a:pPr>
            <a:r>
              <a:rPr lang="en-US" sz="1600" b="1" dirty="0" smtClean="0">
                <a:latin typeface="Roboto"/>
                <a:cs typeface="Courier New"/>
              </a:rPr>
              <a:t>	</a:t>
            </a:r>
            <a:r>
              <a:rPr lang="en-US" sz="1600" b="1" dirty="0" err="1" smtClean="0">
                <a:latin typeface="Roboto"/>
                <a:cs typeface="Courier New"/>
              </a:rPr>
              <a:t>printf</a:t>
            </a:r>
            <a:r>
              <a:rPr lang="en-US" sz="1600" b="1" dirty="0" smtClean="0">
                <a:latin typeface="Roboto"/>
                <a:cs typeface="Courier New"/>
              </a:rPr>
              <a:t>("\</a:t>
            </a:r>
            <a:r>
              <a:rPr lang="en-US" sz="1600" b="1" dirty="0" err="1" smtClean="0">
                <a:latin typeface="Roboto"/>
                <a:cs typeface="Courier New"/>
              </a:rPr>
              <a:t>nEnter</a:t>
            </a:r>
            <a:r>
              <a:rPr lang="en-US" sz="1600" b="1" dirty="0" smtClean="0">
                <a:latin typeface="Roboto"/>
                <a:cs typeface="Courier New"/>
              </a:rPr>
              <a:t> array elements : \n");</a:t>
            </a:r>
          </a:p>
          <a:p>
            <a:pPr marL="12700" marR="3330575">
              <a:lnSpc>
                <a:spcPct val="100000"/>
              </a:lnSpc>
              <a:spcBef>
                <a:spcPts val="100"/>
              </a:spcBef>
            </a:pPr>
            <a:r>
              <a:rPr lang="en-US" sz="1600" b="1" dirty="0" smtClean="0">
                <a:latin typeface="Roboto"/>
                <a:cs typeface="Courier New"/>
              </a:rPr>
              <a:t>	for(</a:t>
            </a:r>
            <a:r>
              <a:rPr lang="en-US" sz="1600" b="1" dirty="0" err="1" smtClean="0">
                <a:latin typeface="Roboto"/>
                <a:cs typeface="Courier New"/>
              </a:rPr>
              <a:t>i</a:t>
            </a:r>
            <a:r>
              <a:rPr lang="en-US" sz="1600" b="1" dirty="0" smtClean="0">
                <a:latin typeface="Roboto"/>
                <a:cs typeface="Courier New"/>
              </a:rPr>
              <a:t>=0;i&lt;3;i++)</a:t>
            </a:r>
          </a:p>
          <a:p>
            <a:pPr marL="12700" marR="3330575">
              <a:lnSpc>
                <a:spcPct val="100000"/>
              </a:lnSpc>
              <a:spcBef>
                <a:spcPts val="100"/>
              </a:spcBef>
            </a:pPr>
            <a:r>
              <a:rPr lang="en-US" sz="1600" b="1" dirty="0" smtClean="0">
                <a:latin typeface="Roboto"/>
                <a:cs typeface="Courier New"/>
              </a:rPr>
              <a:t>	    for(j=0;j&lt;3;j++)</a:t>
            </a:r>
          </a:p>
          <a:p>
            <a:pPr marL="12700" marR="3330575">
              <a:lnSpc>
                <a:spcPct val="100000"/>
              </a:lnSpc>
              <a:spcBef>
                <a:spcPts val="100"/>
              </a:spcBef>
            </a:pPr>
            <a:r>
              <a:rPr lang="en-US" sz="1600" b="1" dirty="0" smtClean="0">
                <a:latin typeface="Roboto"/>
                <a:cs typeface="Courier New"/>
              </a:rPr>
              <a:t>		</a:t>
            </a:r>
            <a:r>
              <a:rPr lang="en-US" sz="1600" b="1" dirty="0" err="1" smtClean="0">
                <a:latin typeface="Roboto"/>
                <a:cs typeface="Courier New"/>
              </a:rPr>
              <a:t>scanf</a:t>
            </a:r>
            <a:r>
              <a:rPr lang="en-US" sz="1600" b="1" dirty="0" smtClean="0">
                <a:latin typeface="Roboto"/>
                <a:cs typeface="Courier New"/>
              </a:rPr>
              <a:t>("%</a:t>
            </a:r>
            <a:r>
              <a:rPr lang="en-US" sz="1600" b="1" dirty="0" err="1" smtClean="0">
                <a:latin typeface="Roboto"/>
                <a:cs typeface="Courier New"/>
              </a:rPr>
              <a:t>d",&amp;A</a:t>
            </a:r>
            <a:r>
              <a:rPr lang="en-US" sz="1600" b="1" dirty="0" smtClean="0">
                <a:latin typeface="Roboto"/>
                <a:cs typeface="Courier New"/>
              </a:rPr>
              <a:t>[</a:t>
            </a:r>
            <a:r>
              <a:rPr lang="en-US" sz="1600" b="1" dirty="0" err="1" smtClean="0">
                <a:latin typeface="Roboto"/>
                <a:cs typeface="Courier New"/>
              </a:rPr>
              <a:t>i</a:t>
            </a:r>
            <a:r>
              <a:rPr lang="en-US" sz="1600" b="1" dirty="0" smtClean="0">
                <a:latin typeface="Roboto"/>
                <a:cs typeface="Courier New"/>
              </a:rPr>
              <a:t>][j]);</a:t>
            </a:r>
          </a:p>
          <a:p>
            <a:pPr marL="12700" marR="3330575">
              <a:lnSpc>
                <a:spcPct val="100000"/>
              </a:lnSpc>
              <a:spcBef>
                <a:spcPts val="100"/>
              </a:spcBef>
            </a:pPr>
            <a:endParaRPr lang="en-US" sz="1600" b="1" dirty="0" smtClean="0">
              <a:latin typeface="Roboto"/>
              <a:cs typeface="Courier New"/>
            </a:endParaRPr>
          </a:p>
          <a:p>
            <a:pPr marL="12700" marR="3330575">
              <a:lnSpc>
                <a:spcPct val="100000"/>
              </a:lnSpc>
              <a:spcBef>
                <a:spcPts val="100"/>
              </a:spcBef>
            </a:pPr>
            <a:r>
              <a:rPr lang="en-US" sz="1600" b="1" dirty="0" smtClean="0">
                <a:latin typeface="Roboto"/>
                <a:cs typeface="Courier New"/>
              </a:rPr>
              <a:t>	</a:t>
            </a:r>
            <a:r>
              <a:rPr lang="en-US" sz="1600" b="1" dirty="0" err="1" smtClean="0">
                <a:latin typeface="Roboto"/>
                <a:cs typeface="Courier New"/>
              </a:rPr>
              <a:t>printf</a:t>
            </a:r>
            <a:r>
              <a:rPr lang="en-US" sz="1600" b="1" dirty="0" smtClean="0">
                <a:latin typeface="Roboto"/>
                <a:cs typeface="Courier New"/>
              </a:rPr>
              <a:t>("\</a:t>
            </a:r>
            <a:r>
              <a:rPr lang="en-US" sz="1600" b="1" dirty="0" err="1" smtClean="0">
                <a:latin typeface="Roboto"/>
                <a:cs typeface="Courier New"/>
              </a:rPr>
              <a:t>nRow</a:t>
            </a:r>
            <a:r>
              <a:rPr lang="en-US" sz="1600" b="1" dirty="0" smtClean="0">
                <a:latin typeface="Roboto"/>
                <a:cs typeface="Courier New"/>
              </a:rPr>
              <a:t> Col - Address - Values ");</a:t>
            </a:r>
          </a:p>
          <a:p>
            <a:pPr marL="12700" marR="3330575">
              <a:lnSpc>
                <a:spcPct val="100000"/>
              </a:lnSpc>
              <a:spcBef>
                <a:spcPts val="100"/>
              </a:spcBef>
            </a:pPr>
            <a:r>
              <a:rPr lang="en-US" sz="1600" b="1" dirty="0" smtClean="0">
                <a:latin typeface="Roboto"/>
                <a:cs typeface="Courier New"/>
              </a:rPr>
              <a:t>	for(</a:t>
            </a:r>
            <a:r>
              <a:rPr lang="en-US" sz="1600" b="1" dirty="0" err="1" smtClean="0">
                <a:latin typeface="Roboto"/>
                <a:cs typeface="Courier New"/>
              </a:rPr>
              <a:t>i</a:t>
            </a:r>
            <a:r>
              <a:rPr lang="en-US" sz="1600" b="1" dirty="0" smtClean="0">
                <a:latin typeface="Roboto"/>
                <a:cs typeface="Courier New"/>
              </a:rPr>
              <a:t>=0;i&lt;3;i++)</a:t>
            </a:r>
          </a:p>
          <a:p>
            <a:pPr marL="12700" marR="3330575">
              <a:lnSpc>
                <a:spcPct val="100000"/>
              </a:lnSpc>
              <a:spcBef>
                <a:spcPts val="100"/>
              </a:spcBef>
            </a:pPr>
            <a:r>
              <a:rPr lang="en-US" sz="1600" b="1" dirty="0" smtClean="0">
                <a:latin typeface="Roboto"/>
                <a:cs typeface="Courier New"/>
              </a:rPr>
              <a:t>	    for(j=0;j&lt;3;j++)</a:t>
            </a:r>
          </a:p>
          <a:p>
            <a:pPr marL="12700" marR="3330575">
              <a:lnSpc>
                <a:spcPct val="100000"/>
              </a:lnSpc>
              <a:spcBef>
                <a:spcPts val="100"/>
              </a:spcBef>
            </a:pPr>
            <a:r>
              <a:rPr lang="en-US" sz="1600" b="1" dirty="0" smtClean="0">
                <a:latin typeface="Roboto"/>
                <a:cs typeface="Courier New"/>
              </a:rPr>
              <a:t>		</a:t>
            </a:r>
            <a:r>
              <a:rPr lang="en-US" sz="1600" b="1" dirty="0" err="1" smtClean="0">
                <a:latin typeface="Roboto"/>
                <a:cs typeface="Courier New"/>
              </a:rPr>
              <a:t>printf</a:t>
            </a:r>
            <a:r>
              <a:rPr lang="en-US" sz="1600" b="1" dirty="0" smtClean="0">
                <a:latin typeface="Roboto"/>
                <a:cs typeface="Courier New"/>
              </a:rPr>
              <a:t>("\n %d  %d   - %u   - %</a:t>
            </a:r>
            <a:r>
              <a:rPr lang="en-US" sz="1600" b="1" dirty="0" err="1" smtClean="0">
                <a:latin typeface="Roboto"/>
                <a:cs typeface="Courier New"/>
              </a:rPr>
              <a:t>d",i,j,&amp;A</a:t>
            </a:r>
            <a:r>
              <a:rPr lang="en-US" sz="1600" b="1" dirty="0" smtClean="0">
                <a:latin typeface="Roboto"/>
                <a:cs typeface="Courier New"/>
              </a:rPr>
              <a:t>[</a:t>
            </a:r>
            <a:r>
              <a:rPr lang="en-US" sz="1600" b="1" dirty="0" err="1" smtClean="0">
                <a:latin typeface="Roboto"/>
                <a:cs typeface="Courier New"/>
              </a:rPr>
              <a:t>i</a:t>
            </a:r>
            <a:r>
              <a:rPr lang="en-US" sz="1600" b="1" dirty="0" smtClean="0">
                <a:latin typeface="Roboto"/>
                <a:cs typeface="Courier New"/>
              </a:rPr>
              <a:t>][j],A[</a:t>
            </a:r>
            <a:r>
              <a:rPr lang="en-US" sz="1600" b="1" dirty="0" err="1" smtClean="0">
                <a:latin typeface="Roboto"/>
                <a:cs typeface="Courier New"/>
              </a:rPr>
              <a:t>i</a:t>
            </a:r>
            <a:r>
              <a:rPr lang="en-US" sz="1600" b="1" dirty="0" smtClean="0">
                <a:latin typeface="Roboto"/>
                <a:cs typeface="Courier New"/>
              </a:rPr>
              <a:t>][j]);</a:t>
            </a:r>
          </a:p>
          <a:p>
            <a:pPr marL="12700" marR="3330575">
              <a:lnSpc>
                <a:spcPct val="100000"/>
              </a:lnSpc>
              <a:spcBef>
                <a:spcPts val="100"/>
              </a:spcBef>
            </a:pPr>
            <a:r>
              <a:rPr lang="en-US" sz="1600" b="1" dirty="0" smtClean="0">
                <a:latin typeface="Roboto"/>
                <a:cs typeface="Courier New"/>
              </a:rPr>
              <a:t>}</a:t>
            </a:r>
            <a:endParaRPr sz="1600" b="1">
              <a:latin typeface="Roboto"/>
              <a:cs typeface="Courier New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55739069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FACDBEEA-19FC-7C8E-BE8A-62DE5DFFEA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Question: 1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23B0904C-599A-0B75-79E7-2B34161C771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xmlns="" id="{197C0724-35FE-DFD8-FDEA-773DEA7A680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58774" y="1500188"/>
            <a:ext cx="11630025" cy="4175125"/>
          </a:xfrm>
        </p:spPr>
        <p:txBody>
          <a:bodyPr/>
          <a:lstStyle/>
          <a:p>
            <a:r>
              <a:rPr smtClean="0"/>
              <a:t>Maximum Subarray Sum</a:t>
            </a:r>
          </a:p>
          <a:p>
            <a:r>
              <a:rPr smtClean="0"/>
              <a:t>Implement a function that takes an input a vector of integers, and prints the maximum subarray sum that can be formed. A </a:t>
            </a:r>
            <a:r>
              <a:rPr b="1" smtClean="0"/>
              <a:t>subarray</a:t>
            </a:r>
            <a:r>
              <a:rPr smtClean="0"/>
              <a:t> is defined as consecutive segment of the array. If all numbers are negative, then return 0.</a:t>
            </a:r>
          </a:p>
          <a:p>
            <a:r>
              <a:rPr b="1" smtClean="0"/>
              <a:t>Input</a:t>
            </a:r>
            <a:endParaRPr smtClean="0"/>
          </a:p>
          <a:p>
            <a:r>
              <a:rPr smtClean="0"/>
              <a:t>{-1,2,3,4,-2,6,-8,3}</a:t>
            </a:r>
          </a:p>
          <a:p>
            <a:r>
              <a:rPr b="1" smtClean="0"/>
              <a:t>Output</a:t>
            </a:r>
            <a:endParaRPr smtClean="0"/>
          </a:p>
          <a:p>
            <a:r>
              <a:rPr smtClean="0"/>
              <a:t>13</a:t>
            </a:r>
          </a:p>
          <a:p>
            <a:endParaRPr lang="en-US" dirty="0"/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xmlns="" id="{3E443BCA-8AB4-30D1-72CB-AD2B2F943B7D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249200421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FACDBEEA-19FC-7C8E-BE8A-62DE5DFFEA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Solution: 1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23B0904C-599A-0B75-79E7-2B34161C771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xmlns="" id="{197C0724-35FE-DFD8-FDEA-773DEA7A680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58774" y="1500188"/>
            <a:ext cx="9749867" cy="4175125"/>
          </a:xfrm>
        </p:spPr>
        <p:txBody>
          <a:bodyPr numCol="2">
            <a:normAutofit fontScale="77500" lnSpcReduction="20000"/>
          </a:bodyPr>
          <a:lstStyle/>
          <a:p>
            <a:r>
              <a:rPr smtClean="0"/>
              <a:t>#include&lt;vector&gt;</a:t>
            </a:r>
          </a:p>
          <a:p>
            <a:r>
              <a:rPr smtClean="0"/>
              <a:t>using namespace std;</a:t>
            </a:r>
          </a:p>
          <a:p>
            <a:endParaRPr smtClean="0"/>
          </a:p>
          <a:p>
            <a:r>
              <a:rPr smtClean="0"/>
              <a:t>int maxSubarraySum(vector&lt;int&gt; arr){</a:t>
            </a:r>
          </a:p>
          <a:p>
            <a:r>
              <a:rPr smtClean="0"/>
              <a:t>    // Complete this function, your function should return the maximum subarray sum</a:t>
            </a:r>
          </a:p>
          <a:p>
            <a:r>
              <a:rPr smtClean="0"/>
              <a:t>    </a:t>
            </a:r>
          </a:p>
          <a:p>
            <a:r>
              <a:rPr smtClean="0"/>
              <a:t>    int n = arr.size();</a:t>
            </a:r>
          </a:p>
          <a:p>
            <a:r>
              <a:rPr smtClean="0"/>
              <a:t>    </a:t>
            </a:r>
          </a:p>
          <a:p>
            <a:r>
              <a:rPr smtClean="0"/>
              <a:t>    int current_sum = 0;   // stores sum of current subarray</a:t>
            </a:r>
          </a:p>
          <a:p>
            <a:r>
              <a:rPr smtClean="0"/>
              <a:t>    int max_sum = 0;       // stores maximum sum found so far</a:t>
            </a:r>
          </a:p>
          <a:p>
            <a:r>
              <a:rPr smtClean="0"/>
              <a:t>    </a:t>
            </a:r>
          </a:p>
          <a:p>
            <a:r>
              <a:rPr smtClean="0"/>
              <a:t>    for(int i = 0; i &lt; n; i++){</a:t>
            </a:r>
          </a:p>
          <a:p>
            <a:r>
              <a:rPr smtClean="0"/>
              <a:t>        </a:t>
            </a:r>
          </a:p>
          <a:p>
            <a:r>
              <a:rPr smtClean="0"/>
              <a:t>        current_sum += arr[i];   // add current element</a:t>
            </a:r>
          </a:p>
          <a:p>
            <a:r>
              <a:rPr smtClean="0"/>
              <a:t>        </a:t>
            </a:r>
          </a:p>
          <a:p>
            <a:r>
              <a:rPr smtClean="0"/>
              <a:t>        if(current_sum &lt; 0){</a:t>
            </a:r>
          </a:p>
          <a:p>
            <a:r>
              <a:rPr smtClean="0"/>
              <a:t>            current_sum = 0;     // reset if sum becomes negative</a:t>
            </a:r>
          </a:p>
          <a:p>
            <a:r>
              <a:rPr smtClean="0"/>
              <a:t>        }</a:t>
            </a:r>
          </a:p>
          <a:p>
            <a:r>
              <a:rPr smtClean="0"/>
              <a:t>        </a:t>
            </a:r>
          </a:p>
          <a:p>
            <a:r>
              <a:rPr smtClean="0"/>
              <a:t>        if(current_sum &gt; max_sum){</a:t>
            </a:r>
          </a:p>
          <a:p>
            <a:r>
              <a:rPr smtClean="0"/>
              <a:t>            max_sum = current_sum;   // update maximum</a:t>
            </a:r>
          </a:p>
          <a:p>
            <a:r>
              <a:rPr smtClean="0"/>
              <a:t>        }</a:t>
            </a:r>
          </a:p>
          <a:p>
            <a:r>
              <a:rPr smtClean="0"/>
              <a:t>    }</a:t>
            </a:r>
          </a:p>
          <a:p>
            <a:r>
              <a:rPr smtClean="0"/>
              <a:t>    </a:t>
            </a:r>
          </a:p>
          <a:p>
            <a:r>
              <a:rPr smtClean="0"/>
              <a:t>    return max_sum;</a:t>
            </a:r>
          </a:p>
          <a:p>
            <a:r>
              <a:rPr smtClean="0"/>
              <a:t>}</a:t>
            </a:r>
          </a:p>
          <a:p>
            <a:endParaRPr lang="en-US" dirty="0"/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xmlns="" id="{3E443BCA-8AB4-30D1-72CB-AD2B2F943B7D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249200421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FACDBEEA-19FC-7C8E-BE8A-62DE5DFFEA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Quiz: 1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23B0904C-599A-0B75-79E7-2B34161C771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xmlns="" id="{197C0724-35FE-DFD8-FDEA-773DEA7A680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smtClean="0"/>
              <a:t>Let A be a two- dimensional array declared as follows:</a:t>
            </a:r>
          </a:p>
          <a:p>
            <a:r>
              <a:rPr b="1" smtClean="0"/>
              <a:t>A : array [1……10] [1……15] of integer;</a:t>
            </a:r>
            <a:endParaRPr smtClean="0"/>
          </a:p>
          <a:p>
            <a:r>
              <a:rPr smtClean="0"/>
              <a:t>Assuming that each integer takes one memory location . The array is stored in row-major order and the first element of the array is stored at location 100 , what is the address of the element  A[i][j] ?</a:t>
            </a:r>
          </a:p>
          <a:p>
            <a:endParaRPr smtClean="0"/>
          </a:p>
          <a:p>
            <a:pPr marL="342900" indent="-342900">
              <a:buAutoNum type="alphaUcPeriod"/>
            </a:pPr>
            <a:r>
              <a:rPr smtClean="0"/>
              <a:t>15i+j+84</a:t>
            </a:r>
          </a:p>
          <a:p>
            <a:pPr marL="342900" indent="-342900">
              <a:buAutoNum type="alphaUcPeriod"/>
            </a:pPr>
            <a:r>
              <a:rPr smtClean="0"/>
              <a:t>15i+j+86</a:t>
            </a:r>
          </a:p>
          <a:p>
            <a:pPr marL="342900" indent="-342900">
              <a:buAutoNum type="alphaUcPeriod"/>
            </a:pPr>
            <a:r>
              <a:rPr smtClean="0"/>
              <a:t>10i+j+84</a:t>
            </a:r>
          </a:p>
          <a:p>
            <a:pPr marL="342900" indent="-342900">
              <a:buAutoNum type="alphaUcPeriod"/>
            </a:pPr>
            <a:r>
              <a:rPr smtClean="0"/>
              <a:t>i+10j+84</a:t>
            </a:r>
            <a:endParaRPr lang="en-US" dirty="0"/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xmlns="" id="{3E443BCA-8AB4-30D1-72CB-AD2B2F943B7D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249200421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FACDBEEA-19FC-7C8E-BE8A-62DE5DFFEA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Quiz: 1: Solution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23B0904C-599A-0B75-79E7-2B34161C771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xmlns="" id="{197C0724-35FE-DFD8-FDEA-773DEA7A680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r>
              <a:rPr smtClean="0"/>
              <a:t>Let A be a two- dimensional array declared as follows:</a:t>
            </a:r>
          </a:p>
          <a:p>
            <a:r>
              <a:rPr b="1" smtClean="0"/>
              <a:t>A : array [1……10] [1……15] of integer;</a:t>
            </a:r>
            <a:endParaRPr smtClean="0"/>
          </a:p>
          <a:p>
            <a:r>
              <a:rPr smtClean="0"/>
              <a:t>Assuming that each integer takes one memory location . The array is stored in row-major order and the first element of the array is stored at location 100 , what is the address of the element  A[i][j] </a:t>
            </a:r>
            <a:r>
              <a:rPr smtClean="0"/>
              <a:t>?</a:t>
            </a:r>
          </a:p>
          <a:p>
            <a:r>
              <a:rPr smtClean="0"/>
              <a:t>Address(A[i][j])=Base Address+[(i−L1​)×N+(j−L2​)]×</a:t>
            </a:r>
            <a:r>
              <a:rPr smtClean="0"/>
              <a:t>Size</a:t>
            </a:r>
          </a:p>
          <a:p>
            <a:r>
              <a:rPr smtClean="0"/>
              <a:t>Address(A[i][j])=100+[(i−1)×15+(j−1)]</a:t>
            </a:r>
            <a:endParaRPr smtClean="0"/>
          </a:p>
          <a:p>
            <a:pPr marL="342900" indent="-342900">
              <a:buAutoNum type="alphaUcPeriod"/>
            </a:pPr>
            <a:r>
              <a:rPr smtClean="0">
                <a:solidFill>
                  <a:srgbClr val="FF0000"/>
                </a:solidFill>
              </a:rPr>
              <a:t>15i+j+84</a:t>
            </a:r>
            <a:endParaRPr smtClean="0">
              <a:solidFill>
                <a:srgbClr val="FF0000"/>
              </a:solidFill>
            </a:endParaRPr>
          </a:p>
          <a:p>
            <a:pPr marL="342900" indent="-342900">
              <a:buAutoNum type="alphaUcPeriod"/>
            </a:pPr>
            <a:r>
              <a:rPr smtClean="0"/>
              <a:t>15i+j+86</a:t>
            </a:r>
          </a:p>
          <a:p>
            <a:pPr marL="342900" indent="-342900">
              <a:buAutoNum type="alphaUcPeriod"/>
            </a:pPr>
            <a:r>
              <a:rPr smtClean="0"/>
              <a:t>10i+j+84</a:t>
            </a:r>
          </a:p>
          <a:p>
            <a:pPr marL="342900" indent="-342900">
              <a:buAutoNum type="alphaUcPeriod"/>
            </a:pPr>
            <a:r>
              <a:rPr smtClean="0"/>
              <a:t>i+10j+84</a:t>
            </a:r>
            <a:endParaRPr lang="en-US" dirty="0"/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xmlns="" id="{3E443BCA-8AB4-30D1-72CB-AD2B2F943B7D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249200421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FACDBEEA-19FC-7C8E-BE8A-62DE5DFFEA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Quiz: 2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23B0904C-599A-0B75-79E7-2B34161C771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xmlns="" id="{197C0724-35FE-DFD8-FDEA-773DEA7A680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r>
              <a:rPr b="1" smtClean="0"/>
              <a:t>What is the output of the following C code? Assume that the address of x is 2000 (in decimal) and an integer requires four bytes of memory.</a:t>
            </a:r>
            <a:endParaRPr smtClean="0"/>
          </a:p>
          <a:p>
            <a:r>
              <a:rPr smtClean="0"/>
              <a:t>        int main( )</a:t>
            </a:r>
          </a:p>
          <a:p>
            <a:r>
              <a:rPr smtClean="0"/>
              <a:t>{ unsigned int x[4] [3] ={{1, 2, 3}, {4, 5, 6}, {7, 8, 9}, (10, 11, 12}}; </a:t>
            </a:r>
          </a:p>
          <a:p>
            <a:r>
              <a:rPr smtClean="0"/>
              <a:t>printf("%u,%u, %u", x+3, *(x+3),*(x+2)+3);</a:t>
            </a:r>
          </a:p>
          <a:p>
            <a:r>
              <a:rPr smtClean="0"/>
              <a:t>}</a:t>
            </a:r>
          </a:p>
          <a:p>
            <a:endParaRPr smtClean="0"/>
          </a:p>
          <a:p>
            <a:pPr marL="342900" indent="-342900">
              <a:buAutoNum type="alphaUcPeriod"/>
            </a:pPr>
            <a:r>
              <a:rPr smtClean="0"/>
              <a:t>2036, 2036, 2036</a:t>
            </a:r>
          </a:p>
          <a:p>
            <a:pPr marL="342900" indent="-342900">
              <a:buAutoNum type="alphaUcPeriod"/>
            </a:pPr>
            <a:r>
              <a:rPr smtClean="0"/>
              <a:t>2036, 10, 10</a:t>
            </a:r>
          </a:p>
          <a:p>
            <a:pPr marL="342900" indent="-342900">
              <a:buFont typeface="Wingdings" panose="05000000000000000000" pitchFamily="2" charset="2"/>
              <a:buAutoNum type="alphaUcPeriod"/>
            </a:pPr>
            <a:r>
              <a:rPr smtClean="0"/>
              <a:t>2036, 4, 10</a:t>
            </a:r>
          </a:p>
          <a:p>
            <a:pPr marL="342900" indent="-342900">
              <a:buAutoNum type="alphaUcPeriod"/>
            </a:pPr>
            <a:r>
              <a:rPr smtClean="0"/>
              <a:t>2036, 36, 20</a:t>
            </a:r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xmlns="" id="{3E443BCA-8AB4-30D1-72CB-AD2B2F943B7D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249200421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FACDBEEA-19FC-7C8E-BE8A-62DE5DFFEA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Quiz: 2: Solution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23B0904C-599A-0B75-79E7-2B34161C771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xmlns="" id="{197C0724-35FE-DFD8-FDEA-773DEA7A680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r>
              <a:rPr b="1" smtClean="0"/>
              <a:t>What is the output of the following C code? Assume that the address of x is 2000 (in decimal) and an integer requires four bytes of memory.</a:t>
            </a:r>
            <a:endParaRPr smtClean="0"/>
          </a:p>
          <a:p>
            <a:r>
              <a:rPr smtClean="0"/>
              <a:t>        int main( )</a:t>
            </a:r>
          </a:p>
          <a:p>
            <a:r>
              <a:rPr smtClean="0"/>
              <a:t>{ unsigned int x[4] [3] ={{1, 2, 3}, {4, 5, 6}, {7, 8, 9}, (10, 11, 12}}; </a:t>
            </a:r>
          </a:p>
          <a:p>
            <a:r>
              <a:rPr smtClean="0"/>
              <a:t>printf("%u,%u, %u", x+3, *(x+3),*(x+2)+3);</a:t>
            </a:r>
          </a:p>
          <a:p>
            <a:r>
              <a:rPr smtClean="0"/>
              <a:t>}</a:t>
            </a:r>
          </a:p>
          <a:p>
            <a:r>
              <a:rPr smtClean="0"/>
              <a:t>Each row has </a:t>
            </a:r>
            <a:r>
              <a:rPr b="1" smtClean="0"/>
              <a:t>3 integers</a:t>
            </a:r>
            <a:r>
              <a:rPr smtClean="0"/>
              <a:t/>
            </a:r>
            <a:br>
              <a:rPr smtClean="0"/>
            </a:br>
            <a:r>
              <a:rPr smtClean="0"/>
              <a:t>Each integer = 4 </a:t>
            </a:r>
            <a:r>
              <a:rPr smtClean="0"/>
              <a:t>bytes</a:t>
            </a:r>
          </a:p>
          <a:p>
            <a:r>
              <a:rPr smtClean="0"/>
              <a:t>x </a:t>
            </a:r>
            <a:r>
              <a:rPr smtClean="0"/>
              <a:t>+ 3 = </a:t>
            </a:r>
            <a:r>
              <a:rPr smtClean="0"/>
              <a:t>2036, </a:t>
            </a:r>
            <a:r>
              <a:rPr smtClean="0"/>
              <a:t>*(x+3) = address of x[3][0] = </a:t>
            </a:r>
            <a:r>
              <a:rPr smtClean="0"/>
              <a:t>2036, </a:t>
            </a:r>
            <a:r>
              <a:rPr smtClean="0"/>
              <a:t>*(x+3) = address of x[3][0] = </a:t>
            </a:r>
            <a:r>
              <a:rPr smtClean="0"/>
              <a:t>2036, </a:t>
            </a:r>
            <a:r>
              <a:rPr smtClean="0"/>
              <a:t>*(x+2)+3 = 2036</a:t>
            </a:r>
            <a:endParaRPr smtClean="0"/>
          </a:p>
          <a:p>
            <a:pPr marL="342900" indent="-342900">
              <a:buAutoNum type="alphaUcPeriod"/>
            </a:pPr>
            <a:r>
              <a:rPr smtClean="0">
                <a:solidFill>
                  <a:srgbClr val="FF0000"/>
                </a:solidFill>
              </a:rPr>
              <a:t>2036, 2036, </a:t>
            </a:r>
            <a:r>
              <a:rPr smtClean="0">
                <a:solidFill>
                  <a:srgbClr val="FF0000"/>
                </a:solidFill>
              </a:rPr>
              <a:t>2036</a:t>
            </a:r>
            <a:endParaRPr smtClean="0">
              <a:solidFill>
                <a:srgbClr val="FF0000"/>
              </a:solidFill>
            </a:endParaRPr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xmlns="" id="{3E443BCA-8AB4-30D1-72CB-AD2B2F943B7D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249200421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FACDBEEA-19FC-7C8E-BE8A-62DE5DFFEA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Quiz: 3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23B0904C-599A-0B75-79E7-2B34161C771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xmlns="" id="{197C0724-35FE-DFD8-FDEA-773DEA7A680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r>
              <a:rPr smtClean="0"/>
              <a:t>If A and B are two Matrices, for multiplying A X B which if the following representations will be efficient:</a:t>
            </a:r>
          </a:p>
          <a:p>
            <a:endParaRPr smtClean="0"/>
          </a:p>
          <a:p>
            <a:pPr marL="342900" indent="-342900">
              <a:buAutoNum type="alphaUcPeriod"/>
            </a:pPr>
            <a:r>
              <a:rPr smtClean="0"/>
              <a:t>A in row-Major and B in Column Major</a:t>
            </a:r>
          </a:p>
          <a:p>
            <a:pPr marL="342900" indent="-342900">
              <a:buAutoNum type="alphaUcPeriod"/>
            </a:pPr>
            <a:r>
              <a:rPr smtClean="0"/>
              <a:t>B in row-Major and A in Column Major</a:t>
            </a:r>
          </a:p>
          <a:p>
            <a:pPr marL="342900" indent="-342900">
              <a:buFont typeface="Wingdings" panose="05000000000000000000" pitchFamily="2" charset="2"/>
              <a:buAutoNum type="alphaUcPeriod"/>
            </a:pPr>
            <a:r>
              <a:rPr smtClean="0"/>
              <a:t>Independent of presentation</a:t>
            </a:r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xmlns="" id="{3E443BCA-8AB4-30D1-72CB-AD2B2F943B7D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249200421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FACDBEEA-19FC-7C8E-BE8A-62DE5DFFEA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Quiz: 3: Solution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23B0904C-599A-0B75-79E7-2B34161C771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xmlns="" id="{197C0724-35FE-DFD8-FDEA-773DEA7A680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r>
              <a:rPr smtClean="0"/>
              <a:t>If A and B are two Matrices, for multiplying A X B which if the following representations will be efficient:</a:t>
            </a:r>
          </a:p>
          <a:p>
            <a:endParaRPr smtClean="0"/>
          </a:p>
          <a:p>
            <a:pPr marL="342900" indent="-342900">
              <a:buAutoNum type="alphaUcPeriod"/>
            </a:pPr>
            <a:r>
              <a:rPr smtClean="0"/>
              <a:t>A in row-Major and B in Column Major</a:t>
            </a:r>
          </a:p>
          <a:p>
            <a:pPr marL="342900" indent="-342900">
              <a:buAutoNum type="alphaUcPeriod"/>
            </a:pPr>
            <a:r>
              <a:rPr smtClean="0"/>
              <a:t>B in row-Major and A in Column Major</a:t>
            </a:r>
          </a:p>
          <a:p>
            <a:pPr marL="342900" indent="-342900">
              <a:buFont typeface="Wingdings" panose="05000000000000000000" pitchFamily="2" charset="2"/>
              <a:buAutoNum type="alphaUcPeriod"/>
            </a:pPr>
            <a:r>
              <a:rPr smtClean="0">
                <a:solidFill>
                  <a:srgbClr val="FF0000"/>
                </a:solidFill>
              </a:rPr>
              <a:t>Independent of presentation</a:t>
            </a:r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xmlns="" id="{3E443BCA-8AB4-30D1-72CB-AD2B2F943B7D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249200421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xmlns="" val="29196128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685</TotalTime>
  <Words>1272</Words>
  <Application>Microsoft Office PowerPoint</Application>
  <PresentationFormat>Custom</PresentationFormat>
  <Paragraphs>314</Paragraphs>
  <Slides>30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1" baseType="lpstr">
      <vt:lpstr>Office Theme</vt:lpstr>
      <vt:lpstr>Slide 1</vt:lpstr>
      <vt:lpstr> </vt:lpstr>
      <vt:lpstr>Content</vt:lpstr>
      <vt:lpstr>Array</vt:lpstr>
      <vt:lpstr>Array</vt:lpstr>
      <vt:lpstr>Array</vt:lpstr>
      <vt:lpstr>Array</vt:lpstr>
      <vt:lpstr>Array in Compilers</vt:lpstr>
      <vt:lpstr>Array in Compilers</vt:lpstr>
      <vt:lpstr>Operations on Arrays</vt:lpstr>
      <vt:lpstr>Operations on Arrays</vt:lpstr>
      <vt:lpstr>     Application of Arrays: Matrix Multiplication</vt:lpstr>
      <vt:lpstr>Application of Arrays: Character String Operation</vt:lpstr>
      <vt:lpstr>Application of Arrays: Character String Operation</vt:lpstr>
      <vt:lpstr>Row Major Order</vt:lpstr>
      <vt:lpstr>Column Major Order</vt:lpstr>
      <vt:lpstr>Question based on RMO and CMO</vt:lpstr>
      <vt:lpstr>Static vs Dynamic Arrays</vt:lpstr>
      <vt:lpstr>Program 1: Static vs Dynamic Arrays</vt:lpstr>
      <vt:lpstr>Program 2: 2D Array</vt:lpstr>
      <vt:lpstr>Program 3: 2D Array</vt:lpstr>
      <vt:lpstr>Question: 1</vt:lpstr>
      <vt:lpstr>Solution: 1</vt:lpstr>
      <vt:lpstr>Quiz: 1</vt:lpstr>
      <vt:lpstr>Quiz: 1: Solution</vt:lpstr>
      <vt:lpstr>Quiz: 2</vt:lpstr>
      <vt:lpstr>Quiz: 2: Solution</vt:lpstr>
      <vt:lpstr>Quiz: 3</vt:lpstr>
      <vt:lpstr>Quiz: 3: Solution</vt:lpstr>
      <vt:lpstr>Slide 30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Admin</dc:creator>
  <cp:lastModifiedBy>hp</cp:lastModifiedBy>
  <cp:revision>83</cp:revision>
  <dcterms:created xsi:type="dcterms:W3CDTF">2024-10-06T15:26:34Z</dcterms:created>
  <dcterms:modified xsi:type="dcterms:W3CDTF">2026-02-22T04:45:37Z</dcterms:modified>
</cp:coreProperties>
</file>