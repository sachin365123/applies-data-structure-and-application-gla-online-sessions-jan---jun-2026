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25" r:id="rId6"/>
    <p:sldId id="326" r:id="rId7"/>
    <p:sldId id="312" r:id="rId8"/>
    <p:sldId id="328" r:id="rId9"/>
    <p:sldId id="327" r:id="rId10"/>
    <p:sldId id="329" r:id="rId11"/>
    <p:sldId id="336" r:id="rId12"/>
    <p:sldId id="330" r:id="rId13"/>
    <p:sldId id="338" r:id="rId14"/>
    <p:sldId id="337" r:id="rId15"/>
    <p:sldId id="311" r:id="rId16"/>
    <p:sldId id="331" r:id="rId17"/>
    <p:sldId id="332" r:id="rId18"/>
    <p:sldId id="333" r:id="rId19"/>
    <p:sldId id="334" r:id="rId20"/>
    <p:sldId id="335" r:id="rId21"/>
    <p:sldId id="283" r:id="rId22"/>
    <p:sldId id="25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036" autoAdjust="0"/>
    <p:restoredTop sz="94660"/>
  </p:normalViewPr>
  <p:slideViewPr>
    <p:cSldViewPr snapToGrid="0">
      <p:cViewPr>
        <p:scale>
          <a:sx n="66" d="100"/>
          <a:sy n="66" d="100"/>
        </p:scale>
        <p:origin x="-734" y="-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=""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29-03-2026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=""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notonic_function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Searching</a:t>
            </a:r>
            <a:r>
              <a:rPr smtClean="0"/>
              <a:t>: Sequential Search, 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Binary Search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Comparison and Analysis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  Searching is an essential operation: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Several ways </a:t>
            </a:r>
          </a:p>
          <a:p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  Algorithms that search for an element within a collection: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Linear search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Binary search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681" y="1446835"/>
            <a:ext cx="8151615" cy="4224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133" y="1550118"/>
            <a:ext cx="9431096" cy="16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915" y="1610188"/>
            <a:ext cx="7497762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082" y="1458410"/>
            <a:ext cx="10796964" cy="285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687" y="1542064"/>
            <a:ext cx="9477392" cy="3479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4705" y="1471834"/>
            <a:ext cx="9701691" cy="3470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implementation: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endParaRPr smtClean="0"/>
          </a:p>
          <a:p>
            <a:pPr>
              <a:buFont typeface="Wingdings" pitchFamily="2" charset="2"/>
              <a:buChar char="q"/>
            </a:pPr>
            <a:endParaRPr smtClean="0"/>
          </a:p>
          <a:p>
            <a:pPr>
              <a:buFont typeface="Wingdings" pitchFamily="2" charset="2"/>
              <a:buChar char="q"/>
            </a:pPr>
            <a:r>
              <a:rPr smtClean="0"/>
              <a:t>   Iterative Algorithm</a:t>
            </a:r>
          </a:p>
          <a:p>
            <a:pPr>
              <a:buFont typeface="Wingdings" pitchFamily="2" charset="2"/>
              <a:buChar char="q"/>
            </a:pPr>
            <a:endParaRPr smtClean="0"/>
          </a:p>
          <a:p>
            <a:pPr>
              <a:buFont typeface="Wingdings" pitchFamily="2" charset="2"/>
              <a:buChar char="q"/>
            </a:pPr>
            <a:endParaRPr smtClean="0"/>
          </a:p>
          <a:p>
            <a:pPr>
              <a:buFont typeface="Wingdings" pitchFamily="2" charset="2"/>
              <a:buChar char="q"/>
            </a:pPr>
            <a:r>
              <a:rPr smtClean="0"/>
              <a:t>   Recursive Algorithm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Complexity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https://www.log2base2.com/images/algo/binary-search-worst-case-ti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506" y="1388962"/>
            <a:ext cx="6152572" cy="45439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Complexity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t="11632"/>
          <a:stretch>
            <a:fillRect/>
          </a:stretch>
        </p:blipFill>
        <p:spPr bwMode="auto">
          <a:xfrm>
            <a:off x="347241" y="1433913"/>
            <a:ext cx="7487916" cy="392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</a:t>
            </a:r>
            <a:r>
              <a:rPr lang="en-US" dirty="0" err="1" smtClean="0"/>
              <a:t>vs</a:t>
            </a:r>
            <a:r>
              <a:rPr lang="en-US" dirty="0" smtClean="0"/>
              <a:t> Linear 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miro.medium.com/v2/resize:fit:700/1*JUGikwQ0-mSDlfaNYNxNV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780" y="1485541"/>
            <a:ext cx="8231730" cy="41629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Time: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 t="9071"/>
          <a:stretch>
            <a:fillRect/>
          </a:stretch>
        </p:blipFill>
        <p:spPr bwMode="auto">
          <a:xfrm>
            <a:off x="586773" y="1921397"/>
            <a:ext cx="9393238" cy="3793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Time: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 t="9284"/>
          <a:stretch>
            <a:fillRect/>
          </a:stretch>
        </p:blipFill>
        <p:spPr bwMode="auto">
          <a:xfrm>
            <a:off x="555805" y="1886673"/>
            <a:ext cx="8686906" cy="395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Time: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8788" y="1555088"/>
            <a:ext cx="9440862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Time: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60" y="1438110"/>
            <a:ext cx="8762940" cy="415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Time: 3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287" y="1576970"/>
            <a:ext cx="9402762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 Time: 3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" y="1428128"/>
            <a:ext cx="9545638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222" y="4509607"/>
            <a:ext cx="9352385" cy="1069392"/>
          </a:xfrm>
        </p:spPr>
        <p:txBody>
          <a:bodyPr/>
          <a:lstStyle/>
          <a:p>
            <a:r>
              <a:rPr smtClean="0"/>
              <a:t>Binary search on an array only works on a sorted array, binary search on the answer only works if the answer function is </a:t>
            </a:r>
            <a:r>
              <a:rPr b="1" smtClean="0">
                <a:hlinkClick r:id="rId3"/>
              </a:rPr>
              <a:t>monotonic</a:t>
            </a:r>
            <a:r>
              <a:rPr smtClean="0"/>
              <a:t>, meaning that it is always non-decreasing or always non-increasing.</a:t>
            </a:r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149</Words>
  <Application>Microsoft Office PowerPoint</Application>
  <PresentationFormat>Custom</PresentationFormat>
  <Paragraphs>43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 </vt:lpstr>
      <vt:lpstr>Content</vt:lpstr>
      <vt:lpstr>Searching Definition and Processes</vt:lpstr>
      <vt:lpstr>Searching Definition and Processes</vt:lpstr>
      <vt:lpstr>Searching Definition and Processes</vt:lpstr>
      <vt:lpstr>Binary Search</vt:lpstr>
      <vt:lpstr>Binary Search</vt:lpstr>
      <vt:lpstr>Binary Search</vt:lpstr>
      <vt:lpstr>Binary Search</vt:lpstr>
      <vt:lpstr>Binary Search implementation:</vt:lpstr>
      <vt:lpstr>Binary Search Complexity</vt:lpstr>
      <vt:lpstr>Binary Search Complexity</vt:lpstr>
      <vt:lpstr>Binary vs Linear Search</vt:lpstr>
      <vt:lpstr>Quiz Time: 1</vt:lpstr>
      <vt:lpstr>Quiz Time: 1</vt:lpstr>
      <vt:lpstr>Quiz Time: 2</vt:lpstr>
      <vt:lpstr>Quiz Time: 2</vt:lpstr>
      <vt:lpstr>Quiz Time: 3</vt:lpstr>
      <vt:lpstr>Quiz Time: 3</vt:lpstr>
      <vt:lpstr>Thanking you !!!!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124</cp:revision>
  <dcterms:created xsi:type="dcterms:W3CDTF">2024-10-06T15:26:34Z</dcterms:created>
  <dcterms:modified xsi:type="dcterms:W3CDTF">2026-03-29T04:29:35Z</dcterms:modified>
</cp:coreProperties>
</file>