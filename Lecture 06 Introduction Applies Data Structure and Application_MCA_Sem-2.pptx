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9" r:id="rId5"/>
    <p:sldId id="312" r:id="rId6"/>
    <p:sldId id="311" r:id="rId7"/>
    <p:sldId id="313" r:id="rId8"/>
    <p:sldId id="302" r:id="rId9"/>
    <p:sldId id="314" r:id="rId10"/>
    <p:sldId id="260" r:id="rId11"/>
    <p:sldId id="28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283" r:id="rId23"/>
    <p:sldId id="2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36" autoAdjust="0"/>
    <p:restoredTop sz="94660"/>
  </p:normalViewPr>
  <p:slideViewPr>
    <p:cSldViewPr snapToGrid="0">
      <p:cViewPr>
        <p:scale>
          <a:sx n="66" d="100"/>
          <a:sy n="66" d="100"/>
        </p:scale>
        <p:origin x="-734" y="-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21-03-2026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b="1" smtClean="0"/>
              <a:t> Recursion: </a:t>
            </a:r>
            <a:r>
              <a:rPr smtClean="0"/>
              <a:t>Recursive Definition and Processes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Recursion in C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A function calling itself is called recursion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170" y="1899139"/>
            <a:ext cx="3922440" cy="3747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Definition and Processes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smtClean="0"/>
              <a:t> Almost all the situations where we use loops 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substitute the loops using recursion </a:t>
            </a:r>
          </a:p>
          <a:p>
            <a:pPr>
              <a:buFont typeface="Arial" pitchFamily="34" charset="0"/>
              <a:buChar char="•"/>
            </a:pPr>
            <a:r>
              <a:rPr smtClean="0"/>
              <a:t> Can solve problems that seem very complex at first</a:t>
            </a:r>
          </a:p>
          <a:p>
            <a:pPr>
              <a:buFont typeface="Arial" pitchFamily="34" charset="0"/>
              <a:buChar char="•"/>
            </a:pPr>
            <a:endParaRPr smtClean="0"/>
          </a:p>
          <a:p>
            <a:pPr>
              <a:buFont typeface="Arial" pitchFamily="34" charset="0"/>
              <a:buChar char="•"/>
            </a:pPr>
            <a:r>
              <a:rPr smtClean="0"/>
              <a:t> Example - factorial    n!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4496" y="1457647"/>
            <a:ext cx="4082406" cy="326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2809" y="1419056"/>
            <a:ext cx="8364852" cy="4299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047" y="1402080"/>
            <a:ext cx="7838400" cy="3997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 for Coding Practice and Interview Prep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290" y="1387154"/>
            <a:ext cx="5943600" cy="3238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 for Coding Practice and Interview Prep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585" y="1605143"/>
            <a:ext cx="5943600" cy="35528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Recursive </a:t>
            </a:r>
            <a:r>
              <a:rPr lang="en-US" dirty="0" err="1" smtClean="0"/>
              <a:t>vs</a:t>
            </a:r>
            <a:r>
              <a:rPr lang="en-US" dirty="0" smtClean="0"/>
              <a:t> Iterative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3554" name="Picture 2" descr="TechyTalks: Understanding the basic difference between Recursion &amp; Iteration 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684" y="1512476"/>
            <a:ext cx="6202420" cy="42517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2530" name="Picture 2" descr="enter image description he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711" y="1539434"/>
            <a:ext cx="5554304" cy="40881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● </a:t>
            </a:r>
            <a:r>
              <a:rPr b="1" smtClean="0"/>
              <a:t>Consider the following  C function</a:t>
            </a:r>
            <a:endParaRPr smtClean="0"/>
          </a:p>
          <a:p>
            <a:r>
              <a:rPr smtClean="0"/>
              <a:t>int f(int n)</a:t>
            </a:r>
          </a:p>
          <a:p>
            <a:r>
              <a:rPr smtClean="0"/>
              <a:t>{</a:t>
            </a:r>
          </a:p>
          <a:p>
            <a:r>
              <a:rPr smtClean="0"/>
              <a:t>static int i = 1</a:t>
            </a:r>
          </a:p>
          <a:p>
            <a:r>
              <a:rPr smtClean="0"/>
              <a:t>if (n&gt;=5)return n;</a:t>
            </a:r>
          </a:p>
          <a:p>
            <a:r>
              <a:rPr smtClean="0"/>
              <a:t>n = n+i;</a:t>
            </a:r>
          </a:p>
          <a:p>
            <a:r>
              <a:rPr smtClean="0"/>
              <a:t>i++;</a:t>
            </a:r>
          </a:p>
          <a:p>
            <a:r>
              <a:rPr smtClean="0"/>
              <a:t>return f(n);</a:t>
            </a:r>
          </a:p>
          <a:p>
            <a:r>
              <a:rPr smtClean="0"/>
              <a:t>}</a:t>
            </a:r>
          </a:p>
          <a:p>
            <a:r>
              <a:rPr smtClean="0"/>
              <a:t>the value returned by f(1) is</a:t>
            </a: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● </a:t>
            </a:r>
            <a:r>
              <a:rPr b="1" smtClean="0"/>
              <a:t>Consider the following  C function</a:t>
            </a:r>
            <a:endParaRPr smtClean="0"/>
          </a:p>
          <a:p>
            <a:r>
              <a:rPr smtClean="0"/>
              <a:t>int f(int n)</a:t>
            </a:r>
          </a:p>
          <a:p>
            <a:r>
              <a:rPr smtClean="0"/>
              <a:t>{</a:t>
            </a:r>
          </a:p>
          <a:p>
            <a:r>
              <a:rPr smtClean="0"/>
              <a:t>static int i = 1</a:t>
            </a:r>
          </a:p>
          <a:p>
            <a:r>
              <a:rPr smtClean="0"/>
              <a:t>if (n&gt;=5) return n;</a:t>
            </a:r>
          </a:p>
          <a:p>
            <a:r>
              <a:rPr smtClean="0"/>
              <a:t>n = n+i;</a:t>
            </a:r>
          </a:p>
          <a:p>
            <a:r>
              <a:rPr smtClean="0"/>
              <a:t>i++;</a:t>
            </a:r>
          </a:p>
          <a:p>
            <a:r>
              <a:rPr smtClean="0"/>
              <a:t>return f(n);</a:t>
            </a:r>
          </a:p>
          <a:p>
            <a:r>
              <a:rPr smtClean="0"/>
              <a:t>}</a:t>
            </a:r>
          </a:p>
          <a:p>
            <a:r>
              <a:rPr smtClean="0"/>
              <a:t>the value returned by f(1) is: </a:t>
            </a:r>
            <a:r>
              <a:rPr b="1" smtClean="0">
                <a:solidFill>
                  <a:srgbClr val="FF0000"/>
                </a:solidFill>
              </a:rPr>
              <a:t>7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Consider the following C-program</a:t>
            </a:r>
          </a:p>
          <a:p>
            <a:r>
              <a:rPr smtClean="0"/>
              <a:t>void foo (int n, int sum)</a:t>
            </a:r>
          </a:p>
          <a:p>
            <a:r>
              <a:rPr smtClean="0"/>
              <a:t>       {</a:t>
            </a:r>
          </a:p>
          <a:p>
            <a:r>
              <a:rPr smtClean="0"/>
              <a:t>int k = 0, j = 0;</a:t>
            </a:r>
          </a:p>
          <a:p>
            <a:r>
              <a:rPr smtClean="0"/>
              <a:t>if (n = = 0) return;</a:t>
            </a:r>
          </a:p>
          <a:p>
            <a:r>
              <a:rPr smtClean="0"/>
              <a:t>k = n % 10;</a:t>
            </a:r>
          </a:p>
          <a:p>
            <a:r>
              <a:rPr smtClean="0"/>
              <a:t>j = n/10;</a:t>
            </a:r>
          </a:p>
          <a:p>
            <a:r>
              <a:rPr smtClean="0"/>
              <a:t>sum = sum + k;</a:t>
            </a:r>
          </a:p>
          <a:p>
            <a:r>
              <a:rPr smtClean="0"/>
              <a:t>foo (j, sum);</a:t>
            </a:r>
          </a:p>
          <a:p>
            <a:r>
              <a:rPr smtClean="0"/>
              <a:t>printf(“%d”, k)</a:t>
            </a:r>
          </a:p>
          <a:p>
            <a:r>
              <a:rPr smtClean="0"/>
              <a:t>}</a:t>
            </a:r>
          </a:p>
          <a:p>
            <a:r>
              <a:rPr smtClean="0"/>
              <a:t>int main ()</a:t>
            </a:r>
          </a:p>
          <a:p>
            <a:r>
              <a:rPr smtClean="0"/>
              <a:t>{</a:t>
            </a:r>
          </a:p>
          <a:p>
            <a:r>
              <a:rPr smtClean="0"/>
              <a:t>int a = 2048, sum = 0;</a:t>
            </a:r>
          </a:p>
          <a:p>
            <a:r>
              <a:rPr smtClean="0"/>
              <a:t>foo (a, sum);</a:t>
            </a:r>
          </a:p>
          <a:p>
            <a:r>
              <a:rPr smtClean="0"/>
              <a:t>printf(“%d\n”, sum);</a:t>
            </a:r>
          </a:p>
          <a:p>
            <a:r>
              <a:rPr smtClean="0"/>
              <a:t>}</a:t>
            </a:r>
          </a:p>
          <a:p>
            <a:r>
              <a:rPr smtClean="0"/>
              <a:t/>
            </a:r>
            <a:br>
              <a:rPr smtClean="0"/>
            </a:br>
            <a:endParaRPr smtClean="0"/>
          </a:p>
          <a:p>
            <a:r>
              <a:rPr smtClean="0"/>
              <a:t>What does the above program print?</a:t>
            </a:r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Consider the following C-program</a:t>
            </a:r>
          </a:p>
          <a:p>
            <a:r>
              <a:rPr smtClean="0"/>
              <a:t>void foo (int n, int sum)</a:t>
            </a:r>
          </a:p>
          <a:p>
            <a:r>
              <a:rPr smtClean="0"/>
              <a:t>       {</a:t>
            </a:r>
          </a:p>
          <a:p>
            <a:r>
              <a:rPr smtClean="0"/>
              <a:t>int k = 0, j = 0;</a:t>
            </a:r>
          </a:p>
          <a:p>
            <a:r>
              <a:rPr smtClean="0"/>
              <a:t>if (n = = 0) return;</a:t>
            </a:r>
          </a:p>
          <a:p>
            <a:r>
              <a:rPr smtClean="0"/>
              <a:t>k = n % 10;</a:t>
            </a:r>
          </a:p>
          <a:p>
            <a:r>
              <a:rPr smtClean="0"/>
              <a:t>j = n/10;</a:t>
            </a:r>
          </a:p>
          <a:p>
            <a:r>
              <a:rPr smtClean="0"/>
              <a:t>sum = sum + k;</a:t>
            </a:r>
          </a:p>
          <a:p>
            <a:r>
              <a:rPr smtClean="0"/>
              <a:t>foo (j, sum);</a:t>
            </a:r>
          </a:p>
          <a:p>
            <a:r>
              <a:rPr smtClean="0"/>
              <a:t>printf(“%d”, k)</a:t>
            </a:r>
          </a:p>
          <a:p>
            <a:r>
              <a:rPr smtClean="0"/>
              <a:t>}</a:t>
            </a:r>
          </a:p>
          <a:p>
            <a:r>
              <a:rPr smtClean="0"/>
              <a:t>int main ()</a:t>
            </a:r>
          </a:p>
          <a:p>
            <a:r>
              <a:rPr smtClean="0"/>
              <a:t>{</a:t>
            </a:r>
          </a:p>
          <a:p>
            <a:r>
              <a:rPr smtClean="0"/>
              <a:t>int a = 2048, sum = 0;</a:t>
            </a:r>
          </a:p>
          <a:p>
            <a:r>
              <a:rPr smtClean="0"/>
              <a:t>foo (a, sum);</a:t>
            </a:r>
          </a:p>
          <a:p>
            <a:r>
              <a:rPr smtClean="0"/>
              <a:t>printf(“%d\n”, sum);</a:t>
            </a:r>
          </a:p>
          <a:p>
            <a:r>
              <a:rPr smtClean="0"/>
              <a:t>}</a:t>
            </a:r>
          </a:p>
          <a:p>
            <a:r>
              <a:rPr smtClean="0"/>
              <a:t/>
            </a:r>
            <a:br>
              <a:rPr smtClean="0"/>
            </a:br>
            <a:endParaRPr smtClean="0"/>
          </a:p>
          <a:p>
            <a:r>
              <a:rPr smtClean="0"/>
              <a:t>What does the above program print?</a:t>
            </a:r>
          </a:p>
          <a:p>
            <a:r>
              <a:rPr smtClean="0"/>
              <a:t> </a:t>
            </a:r>
            <a:r>
              <a:rPr b="1" smtClean="0">
                <a:solidFill>
                  <a:srgbClr val="FF0000"/>
                </a:solidFill>
              </a:rPr>
              <a:t>2, 0, 4, 8, 0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C++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What is the return value of f(p, p), if the value of p is initialised to 5 before the call? Note that the first parameter is passed by reference, whereas the second parameter is passed by value. </a:t>
            </a:r>
          </a:p>
          <a:p>
            <a:r>
              <a:rPr smtClean="0"/>
              <a:t>int f (int &amp;x, int c) </a:t>
            </a:r>
          </a:p>
          <a:p>
            <a:r>
              <a:rPr smtClean="0"/>
              <a:t>{</a:t>
            </a:r>
          </a:p>
          <a:p>
            <a:r>
              <a:rPr smtClean="0"/>
              <a:t>        c = c - 1; </a:t>
            </a:r>
          </a:p>
          <a:p>
            <a:r>
              <a:rPr smtClean="0"/>
              <a:t>if (c = = 0) return 1; </a:t>
            </a:r>
          </a:p>
          <a:p>
            <a:r>
              <a:rPr smtClean="0"/>
              <a:t>x = x + 1; </a:t>
            </a:r>
          </a:p>
          <a:p>
            <a:r>
              <a:rPr smtClean="0"/>
              <a:t>return f(x,c) * x;</a:t>
            </a:r>
          </a:p>
          <a:p>
            <a:r>
              <a:rPr smtClean="0"/>
              <a:t>        }</a:t>
            </a:r>
          </a:p>
          <a:p>
            <a:r>
              <a:rPr smtClean="0"/>
              <a:t>      int main()</a:t>
            </a:r>
          </a:p>
          <a:p>
            <a:r>
              <a:rPr smtClean="0"/>
              <a:t>{</a:t>
            </a:r>
          </a:p>
          <a:p>
            <a:r>
              <a:rPr smtClean="0"/>
              <a:t>      int p=5;</a:t>
            </a:r>
          </a:p>
          <a:p>
            <a:r>
              <a:rPr smtClean="0"/>
              <a:t>      printf("%d",f(p,p));</a:t>
            </a:r>
          </a:p>
          <a:p>
            <a:r>
              <a:rPr smtClean="0"/>
              <a:t>}</a:t>
            </a:r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</a:t>
            </a:r>
            <a:r>
              <a:rPr lang="en-US" smtClean="0"/>
              <a:t>in C++</a:t>
            </a:r>
            <a:endParaRPr lang="en-US" dirty="0" smtClean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What is the return value of f(p, p), if the value of p is initialised to 5 before the call? Note that the first parameter is passed by reference, whereas the second parameter is passed by value. </a:t>
            </a:r>
            <a:endParaRPr b="1" smtClean="0">
              <a:solidFill>
                <a:srgbClr val="FF0000"/>
              </a:solidFill>
            </a:endParaRPr>
          </a:p>
          <a:p>
            <a:r>
              <a:rPr smtClean="0"/>
              <a:t>int f (int &amp;x, int c) </a:t>
            </a:r>
          </a:p>
          <a:p>
            <a:r>
              <a:rPr smtClean="0"/>
              <a:t>{</a:t>
            </a:r>
          </a:p>
          <a:p>
            <a:r>
              <a:rPr smtClean="0"/>
              <a:t>        c = c - 1; </a:t>
            </a:r>
          </a:p>
          <a:p>
            <a:r>
              <a:rPr smtClean="0"/>
              <a:t>if (c = = 0) return 1; </a:t>
            </a:r>
          </a:p>
          <a:p>
            <a:r>
              <a:rPr smtClean="0"/>
              <a:t>x = x + 1; </a:t>
            </a:r>
          </a:p>
          <a:p>
            <a:r>
              <a:rPr smtClean="0"/>
              <a:t>return f(x,c) * x;</a:t>
            </a:r>
          </a:p>
          <a:p>
            <a:r>
              <a:rPr smtClean="0"/>
              <a:t>        }</a:t>
            </a:r>
          </a:p>
          <a:p>
            <a:r>
              <a:rPr lang="fr-FR" dirty="0" smtClean="0"/>
              <a:t>        </a:t>
            </a:r>
            <a:r>
              <a:rPr lang="fr-FR" dirty="0" err="1" smtClean="0"/>
              <a:t>int</a:t>
            </a:r>
            <a:r>
              <a:rPr lang="fr-FR" dirty="0" smtClean="0"/>
              <a:t> main()</a:t>
            </a:r>
          </a:p>
          <a:p>
            <a:r>
              <a:rPr lang="fr-FR" dirty="0" smtClean="0"/>
              <a:t>{</a:t>
            </a:r>
          </a:p>
          <a:p>
            <a:r>
              <a:rPr lang="fr-FR" dirty="0" smtClean="0"/>
              <a:t>      </a:t>
            </a:r>
            <a:r>
              <a:rPr lang="fr-FR" dirty="0" err="1" smtClean="0"/>
              <a:t>int</a:t>
            </a:r>
            <a:r>
              <a:rPr lang="fr-FR" dirty="0" smtClean="0"/>
              <a:t> p=5;</a:t>
            </a:r>
          </a:p>
          <a:p>
            <a:r>
              <a:rPr lang="fr-FR" dirty="0" smtClean="0"/>
              <a:t>      </a:t>
            </a:r>
            <a:r>
              <a:rPr lang="fr-FR" dirty="0" err="1" smtClean="0"/>
              <a:t>printf</a:t>
            </a:r>
            <a:r>
              <a:rPr lang="fr-FR" dirty="0" smtClean="0"/>
              <a:t>("%d",f(</a:t>
            </a:r>
            <a:r>
              <a:rPr lang="fr-FR" dirty="0" err="1" smtClean="0"/>
              <a:t>p,p</a:t>
            </a:r>
            <a:r>
              <a:rPr lang="fr-FR" dirty="0" smtClean="0"/>
              <a:t>));</a:t>
            </a:r>
          </a:p>
          <a:p>
            <a:r>
              <a:rPr lang="fr-FR" dirty="0" smtClean="0"/>
              <a:t>}</a:t>
            </a:r>
            <a:endParaRPr smtClean="0"/>
          </a:p>
          <a:p>
            <a:endParaRPr smtClean="0"/>
          </a:p>
          <a:p>
            <a:r>
              <a:rPr b="1" smtClean="0">
                <a:solidFill>
                  <a:srgbClr val="FF0000"/>
                </a:solidFill>
              </a:rPr>
              <a:t>Answer: 6561</a:t>
            </a:r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Consider the following C function. </a:t>
            </a:r>
          </a:p>
          <a:p>
            <a:r>
              <a:rPr smtClean="0"/>
              <a:t>int fun (int n)</a:t>
            </a:r>
          </a:p>
          <a:p>
            <a:r>
              <a:rPr smtClean="0"/>
              <a:t>       { </a:t>
            </a:r>
          </a:p>
          <a:p>
            <a:r>
              <a:rPr smtClean="0"/>
              <a:t>int x=1, k; </a:t>
            </a:r>
          </a:p>
          <a:p>
            <a:r>
              <a:rPr smtClean="0"/>
              <a:t>if (n==1) return x; </a:t>
            </a:r>
          </a:p>
          <a:p>
            <a:r>
              <a:rPr smtClean="0"/>
              <a:t>for (k=1; k&lt;n; ++k) </a:t>
            </a:r>
          </a:p>
          <a:p>
            <a:r>
              <a:rPr smtClean="0"/>
              <a:t>x=x + fun (k) * fun (n - k); </a:t>
            </a:r>
          </a:p>
          <a:p>
            <a:r>
              <a:rPr smtClean="0"/>
              <a:t>return x; </a:t>
            </a:r>
          </a:p>
          <a:p>
            <a:r>
              <a:rPr smtClean="0"/>
              <a:t>        }</a:t>
            </a:r>
          </a:p>
          <a:p>
            <a:r>
              <a:rPr smtClean="0"/>
              <a:t>The return value of fun (5) is</a:t>
            </a:r>
          </a:p>
          <a:p>
            <a:endParaRPr smtClean="0"/>
          </a:p>
          <a:p>
            <a:endParaRPr smtClean="0"/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Consider the following C function. </a:t>
            </a:r>
          </a:p>
          <a:p>
            <a:r>
              <a:rPr smtClean="0"/>
              <a:t>int fun (int n)</a:t>
            </a:r>
          </a:p>
          <a:p>
            <a:r>
              <a:rPr smtClean="0"/>
              <a:t>       { </a:t>
            </a:r>
          </a:p>
          <a:p>
            <a:r>
              <a:rPr smtClean="0"/>
              <a:t>int x=1, k; </a:t>
            </a:r>
          </a:p>
          <a:p>
            <a:r>
              <a:rPr smtClean="0"/>
              <a:t>if (n==1) return x; </a:t>
            </a:r>
          </a:p>
          <a:p>
            <a:r>
              <a:rPr smtClean="0"/>
              <a:t>for (k=1; k&lt;n; ++k) </a:t>
            </a:r>
          </a:p>
          <a:p>
            <a:r>
              <a:rPr smtClean="0"/>
              <a:t>x=x + fun (k) * fun (n - k); </a:t>
            </a:r>
          </a:p>
          <a:p>
            <a:r>
              <a:rPr smtClean="0"/>
              <a:t>return x; </a:t>
            </a:r>
          </a:p>
          <a:p>
            <a:r>
              <a:rPr smtClean="0"/>
              <a:t>        }</a:t>
            </a:r>
          </a:p>
          <a:p>
            <a:r>
              <a:rPr smtClean="0"/>
              <a:t>The return value of fun (5) is</a:t>
            </a:r>
          </a:p>
          <a:p>
            <a:endParaRPr smtClean="0"/>
          </a:p>
          <a:p>
            <a:endParaRPr smtClean="0"/>
          </a:p>
          <a:p>
            <a:r>
              <a:rPr b="1" smtClean="0">
                <a:solidFill>
                  <a:srgbClr val="FF0000"/>
                </a:solidFill>
              </a:rPr>
              <a:t>Answer: 51</a:t>
            </a:r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What will be the output of the following C program? </a:t>
            </a:r>
          </a:p>
          <a:p>
            <a:r>
              <a:rPr smtClean="0"/>
              <a:t>void count(int n) </a:t>
            </a:r>
          </a:p>
          <a:p>
            <a:r>
              <a:rPr smtClean="0"/>
              <a:t>{</a:t>
            </a:r>
          </a:p>
          <a:p>
            <a:r>
              <a:rPr smtClean="0"/>
              <a:t>        static int d = 1; </a:t>
            </a:r>
          </a:p>
          <a:p>
            <a:r>
              <a:rPr smtClean="0"/>
              <a:t>printf("%d", n); </a:t>
            </a:r>
          </a:p>
          <a:p>
            <a:r>
              <a:rPr smtClean="0"/>
              <a:t>printf("%d", d); </a:t>
            </a:r>
          </a:p>
          <a:p>
            <a:r>
              <a:rPr smtClean="0"/>
              <a:t>d++; </a:t>
            </a:r>
          </a:p>
          <a:p>
            <a:r>
              <a:rPr smtClean="0"/>
              <a:t>if (n &gt; 1) count (n-1); </a:t>
            </a:r>
          </a:p>
          <a:p>
            <a:r>
              <a:rPr smtClean="0"/>
              <a:t>printf("%d", d);</a:t>
            </a:r>
          </a:p>
          <a:p>
            <a:r>
              <a:rPr smtClean="0"/>
              <a:t>         } </a:t>
            </a:r>
          </a:p>
          <a:p>
            <a:r>
              <a:rPr smtClean="0"/>
              <a:t>void main( ) </a:t>
            </a:r>
          </a:p>
          <a:p>
            <a:r>
              <a:rPr smtClean="0"/>
              <a:t>       {</a:t>
            </a:r>
          </a:p>
          <a:p>
            <a:r>
              <a:rPr smtClean="0"/>
              <a:t>  count (3);</a:t>
            </a:r>
          </a:p>
          <a:p>
            <a:r>
              <a:rPr smtClean="0"/>
              <a:t>       } </a:t>
            </a:r>
          </a:p>
          <a:p>
            <a:endParaRPr smtClean="0"/>
          </a:p>
          <a:p>
            <a:endParaRPr smtClean="0"/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Recursion works in 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 numCol="2">
            <a:normAutofit/>
          </a:bodyPr>
          <a:lstStyle/>
          <a:p>
            <a:r>
              <a:rPr smtClean="0"/>
              <a:t>● </a:t>
            </a:r>
            <a:r>
              <a:rPr b="1" smtClean="0"/>
              <a:t>What will be the output of the following C program? </a:t>
            </a:r>
          </a:p>
          <a:p>
            <a:r>
              <a:rPr smtClean="0"/>
              <a:t>void count(int n) </a:t>
            </a:r>
          </a:p>
          <a:p>
            <a:r>
              <a:rPr smtClean="0"/>
              <a:t>{</a:t>
            </a:r>
          </a:p>
          <a:p>
            <a:r>
              <a:rPr smtClean="0"/>
              <a:t>        static int d = 1; </a:t>
            </a:r>
          </a:p>
          <a:p>
            <a:r>
              <a:rPr smtClean="0"/>
              <a:t>printf("%d", n); </a:t>
            </a:r>
          </a:p>
          <a:p>
            <a:r>
              <a:rPr smtClean="0"/>
              <a:t>printf("%d", d); </a:t>
            </a:r>
          </a:p>
          <a:p>
            <a:r>
              <a:rPr smtClean="0"/>
              <a:t>d++; </a:t>
            </a:r>
          </a:p>
          <a:p>
            <a:r>
              <a:rPr smtClean="0"/>
              <a:t>if (n &gt; 1) count (n-1); </a:t>
            </a:r>
          </a:p>
          <a:p>
            <a:r>
              <a:rPr smtClean="0"/>
              <a:t>printf("%d", d);</a:t>
            </a:r>
          </a:p>
          <a:p>
            <a:r>
              <a:rPr smtClean="0"/>
              <a:t>         } </a:t>
            </a:r>
          </a:p>
          <a:p>
            <a:r>
              <a:rPr smtClean="0"/>
              <a:t>void main( ) </a:t>
            </a:r>
          </a:p>
          <a:p>
            <a:r>
              <a:rPr smtClean="0"/>
              <a:t>       {</a:t>
            </a:r>
          </a:p>
          <a:p>
            <a:r>
              <a:rPr smtClean="0"/>
              <a:t>  count (3);</a:t>
            </a:r>
          </a:p>
          <a:p>
            <a:r>
              <a:rPr smtClean="0"/>
              <a:t>       } </a:t>
            </a:r>
          </a:p>
          <a:p>
            <a:endParaRPr smtClean="0"/>
          </a:p>
          <a:p>
            <a:endParaRPr smtClean="0"/>
          </a:p>
          <a:p>
            <a:r>
              <a:rPr b="1" smtClean="0">
                <a:solidFill>
                  <a:srgbClr val="FF0000"/>
                </a:solidFill>
              </a:rPr>
              <a:t>Answer: 3 1 2 2 1 3 4 4 4</a:t>
            </a:r>
          </a:p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: </a:t>
            </a:r>
            <a:r>
              <a:rPr smtClean="0">
                <a:hlinkClick r:id="rId2"/>
              </a:rPr>
              <a:t>https://github.com/sachin365123/Applies-Data-Structure-and-Application-GLA-Online-Sessions-Jan---Jun-2026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323</Words>
  <Application>Microsoft Office PowerPoint</Application>
  <PresentationFormat>Custom</PresentationFormat>
  <Paragraphs>179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 </vt:lpstr>
      <vt:lpstr>Content</vt:lpstr>
      <vt:lpstr>Recursive Definition and Processes</vt:lpstr>
      <vt:lpstr>Recursive Definition and Processes</vt:lpstr>
      <vt:lpstr>How Recursion Works?</vt:lpstr>
      <vt:lpstr>How Recursion Works?</vt:lpstr>
      <vt:lpstr>Recursion for Coding Practice and Interview Prep</vt:lpstr>
      <vt:lpstr>Recursion for Coding Practice and Interview Prep</vt:lpstr>
      <vt:lpstr>Recursive vs Iterative</vt:lpstr>
      <vt:lpstr>How Recursion works in C</vt:lpstr>
      <vt:lpstr>How Recursion works in C</vt:lpstr>
      <vt:lpstr>How Recursion works in C</vt:lpstr>
      <vt:lpstr>How Recursion works in C</vt:lpstr>
      <vt:lpstr>How Recursion works in C</vt:lpstr>
      <vt:lpstr>How Recursion works in C++</vt:lpstr>
      <vt:lpstr>How Recursion works in C++</vt:lpstr>
      <vt:lpstr>How Recursion works in C</vt:lpstr>
      <vt:lpstr>How Recursion works in C</vt:lpstr>
      <vt:lpstr>How Recursion works in C</vt:lpstr>
      <vt:lpstr>How Recursion works in C</vt:lpstr>
      <vt:lpstr>Thanking you !!!!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103</cp:revision>
  <dcterms:created xsi:type="dcterms:W3CDTF">2024-10-06T15:26:34Z</dcterms:created>
  <dcterms:modified xsi:type="dcterms:W3CDTF">2026-03-21T12:47:47Z</dcterms:modified>
</cp:coreProperties>
</file>