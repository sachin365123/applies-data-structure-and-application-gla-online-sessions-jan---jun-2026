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58" r:id="rId6"/>
    <p:sldId id="340" r:id="rId7"/>
    <p:sldId id="359" r:id="rId8"/>
    <p:sldId id="357" r:id="rId9"/>
    <p:sldId id="339" r:id="rId10"/>
    <p:sldId id="325" r:id="rId11"/>
    <p:sldId id="362" r:id="rId12"/>
    <p:sldId id="341" r:id="rId13"/>
    <p:sldId id="342" r:id="rId14"/>
    <p:sldId id="364" r:id="rId15"/>
    <p:sldId id="365" r:id="rId16"/>
    <p:sldId id="326" r:id="rId17"/>
    <p:sldId id="283" r:id="rId18"/>
    <p:sldId id="2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36" autoAdjust="0"/>
    <p:restoredTop sz="94660"/>
  </p:normalViewPr>
  <p:slideViewPr>
    <p:cSldViewPr snapToGrid="0">
      <p:cViewPr>
        <p:scale>
          <a:sx n="66" d="100"/>
          <a:sy n="66" d="100"/>
        </p:scale>
        <p:origin x="-734" y="-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b="1" smtClean="0"/>
              <a:t>Trees: </a:t>
            </a:r>
            <a:r>
              <a:rPr b="1" smtClean="0"/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smtClean="0"/>
              <a:t>Binary </a:t>
            </a:r>
            <a:r>
              <a:rPr smtClean="0"/>
              <a:t>Trees and their </a:t>
            </a:r>
            <a:r>
              <a:rPr smtClean="0"/>
              <a:t>Representation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Algebraic Expressions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Complete </a:t>
            </a:r>
            <a:r>
              <a:rPr smtClean="0"/>
              <a:t>Binary </a:t>
            </a:r>
            <a:r>
              <a:rPr smtClean="0"/>
              <a:t>Tree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Extended </a:t>
            </a:r>
            <a:r>
              <a:rPr smtClean="0"/>
              <a:t>Binary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Array </a:t>
            </a:r>
            <a:r>
              <a:rPr smtClean="0"/>
              <a:t>and Linked Representation of Binary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Traversing </a:t>
            </a:r>
            <a:r>
              <a:rPr smtClean="0"/>
              <a:t>Binary Trees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Trees: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In Computer Science, a tree is a widely used data structure that consisits a set of link node. 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2506" y="2468880"/>
            <a:ext cx="4450042" cy="244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Trees: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18" name="AutoShape 2" descr="Tree Data Structure: A Closer Look - Designvelop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0" name="AutoShape 4" descr="https://www.designveloper.com/wp-content/uploads/2024/11/Tree-1-1024x61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2" name="Picture 6" descr="https://media.geeksforgeeks.org/wp-content/uploads/20221124153129/Treedatastruc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166" y="1503681"/>
            <a:ext cx="8131848" cy="40735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Trees and their Representation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A binary tree is a special form of an m-ary tree where m=2.</a:t>
            </a:r>
            <a:endParaRPr lang="en-US" dirty="0"/>
          </a:p>
        </p:txBody>
      </p:sp>
      <p:pic>
        <p:nvPicPr>
          <p:cNvPr id="18434" name="Picture 2" descr="https://i.ytimg.com/vi/H5JubkIy_p8/maxresdefa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880" y="2288223"/>
            <a:ext cx="8331200" cy="3540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Trees and their Representation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3" name="Picture 1" descr="C:\Users\hp\Downloads\15967194090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095" y="1732280"/>
            <a:ext cx="5022850" cy="33035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Algebraic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https://i.ytimg.com/vi/_LxbhLNRZkI/hq720.jpg?sqp=-oaymwE7CK4FEIIDSFryq4qpAy0IARUAAAAAGAElAADIQj0AgKJD8AEB-AH-CYAC0AWKAgwIABABGF0gXShdMA8=&amp;rs=AOn4CLAzz9n9j1ZQNwS19bScDaULfCTst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495" y="1571942"/>
            <a:ext cx="6534150" cy="3676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Binary Tree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Full vs. Complete Binary Tree: What's the Difference? | Built In"/>
          <p:cNvPicPr>
            <a:picLocks noChangeAspect="1" noChangeArrowheads="1"/>
          </p:cNvPicPr>
          <p:nvPr/>
        </p:nvPicPr>
        <p:blipFill>
          <a:blip r:embed="rId2"/>
          <a:srcRect b="17901"/>
          <a:stretch>
            <a:fillRect/>
          </a:stretch>
        </p:blipFill>
        <p:spPr bwMode="auto">
          <a:xfrm>
            <a:off x="538834" y="1524001"/>
            <a:ext cx="7788202" cy="35966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Binary 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19919" y="2824223"/>
            <a:ext cx="4849793" cy="3009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48360" y="1402466"/>
            <a:ext cx="4849793" cy="3030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2" name="Picture 2" descr="https://mathworld.wolfram.com/images/socialmedia/share/ogimage_ExtendedBinaryTree.png"/>
          <p:cNvPicPr>
            <a:picLocks noChangeAspect="1" noChangeArrowheads="1"/>
          </p:cNvPicPr>
          <p:nvPr/>
        </p:nvPicPr>
        <p:blipFill>
          <a:blip r:embed="rId2"/>
          <a:srcRect l="8968" t="11855" r="9780"/>
          <a:stretch>
            <a:fillRect/>
          </a:stretch>
        </p:blipFill>
        <p:spPr bwMode="auto">
          <a:xfrm>
            <a:off x="355600" y="1364714"/>
            <a:ext cx="6421120" cy="43854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Binary 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https://image.slidesharecdn.com/ds10-binarytree-180827163458/85/Data-Structure-and-Algorithms-Binary-Tree-12-3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9013" y="1605915"/>
            <a:ext cx="4537284" cy="34029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</a:t>
            </a:r>
            <a:r>
              <a:rPr lang="en-US" dirty="0" smtClean="0"/>
              <a:t>Representation </a:t>
            </a:r>
            <a:r>
              <a:rPr lang="en-US" dirty="0" smtClean="0"/>
              <a:t>of Binary 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338" name="AutoShape 2" descr="https://www.hello-algo.com/en/chapter_tree/array_representation_of_tree.assets/array_representation_binary_tre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501" y="1777227"/>
            <a:ext cx="6189026" cy="3335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</a:t>
            </a:r>
            <a:r>
              <a:rPr lang="en-US" dirty="0" smtClean="0"/>
              <a:t>Representation of Binary 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8815" y="4676170"/>
            <a:ext cx="9259747" cy="1064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AutoShape 2" descr="Binary Tree Representation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6" name="AutoShape 4" descr="https://media.geeksforgeeks.org/wp-content/uploads/20240811023858/Binary-Tree-Representation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0227" y="1715935"/>
            <a:ext cx="4967812" cy="400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</a:t>
            </a:r>
            <a:r>
              <a:rPr lang="en-US" dirty="0" smtClean="0"/>
              <a:t>Representation of Binary 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examradar.com/wp-content/uploads/2016/10/Figure-5.2.7.-Linked-representation-for-the-binary-tree.png"/>
          <p:cNvPicPr>
            <a:picLocks noChangeAspect="1" noChangeArrowheads="1"/>
          </p:cNvPicPr>
          <p:nvPr/>
        </p:nvPicPr>
        <p:blipFill>
          <a:blip r:embed="rId2"/>
          <a:srcRect b="3740"/>
          <a:stretch>
            <a:fillRect/>
          </a:stretch>
        </p:blipFill>
        <p:spPr bwMode="auto">
          <a:xfrm>
            <a:off x="595413" y="1513350"/>
            <a:ext cx="6358140" cy="28271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Traversing Binary </a:t>
            </a:r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 Comprehensive Guide to Binary Tree Traversal in Java | by Roshan Jha | 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8288" y="1582638"/>
            <a:ext cx="7786936" cy="40889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Traversing Binary </a:t>
            </a:r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290" name="AutoShape 2" descr="https://media.geeksforgeeks.org/wp-content/uploads/20250913162554418810/tree_construction_from_given_inorder_and_preorder_traversals_8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2" name="Picture 4" descr="https://miro.medium.com/v2/1*cxXPgxw5imaniGnNScef5g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612" y="1481560"/>
            <a:ext cx="6181744" cy="44585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144</Words>
  <Application>Microsoft Office PowerPoint</Application>
  <PresentationFormat>Custom</PresentationFormat>
  <Paragraphs>32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 </vt:lpstr>
      <vt:lpstr>Content</vt:lpstr>
      <vt:lpstr> Trees: Introduction</vt:lpstr>
      <vt:lpstr> Trees: Introduction</vt:lpstr>
      <vt:lpstr>Binary Trees and their Representation</vt:lpstr>
      <vt:lpstr>Binary Trees and their Representation</vt:lpstr>
      <vt:lpstr>Algebraic Expressions</vt:lpstr>
      <vt:lpstr>Complete Binary Tree</vt:lpstr>
      <vt:lpstr>Extended Binary Trees</vt:lpstr>
      <vt:lpstr>Extended Binary Trees</vt:lpstr>
      <vt:lpstr>Array Representation of Binary Trees</vt:lpstr>
      <vt:lpstr>Linked Representation of Binary Trees</vt:lpstr>
      <vt:lpstr>Linked Representation of Binary Trees</vt:lpstr>
      <vt:lpstr> Traversing Binary Trees</vt:lpstr>
      <vt:lpstr> Traversing Binary Trees</vt:lpstr>
      <vt:lpstr>Thanking you !!!!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198</cp:revision>
  <dcterms:created xsi:type="dcterms:W3CDTF">2024-10-06T15:26:34Z</dcterms:created>
  <dcterms:modified xsi:type="dcterms:W3CDTF">2026-04-12T10:08:03Z</dcterms:modified>
</cp:coreProperties>
</file>