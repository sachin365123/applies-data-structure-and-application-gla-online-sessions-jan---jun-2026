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15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99" r:id="rId5"/>
    <p:sldId id="340" r:id="rId6"/>
    <p:sldId id="357" r:id="rId7"/>
    <p:sldId id="339" r:id="rId8"/>
    <p:sldId id="325" r:id="rId9"/>
    <p:sldId id="341" r:id="rId10"/>
    <p:sldId id="342" r:id="rId11"/>
    <p:sldId id="326" r:id="rId12"/>
    <p:sldId id="344" r:id="rId13"/>
    <p:sldId id="312" r:id="rId14"/>
    <p:sldId id="365" r:id="rId15"/>
    <p:sldId id="346" r:id="rId16"/>
    <p:sldId id="328" r:id="rId17"/>
    <p:sldId id="347" r:id="rId18"/>
    <p:sldId id="327" r:id="rId19"/>
    <p:sldId id="350" r:id="rId20"/>
    <p:sldId id="349" r:id="rId21"/>
    <p:sldId id="352" r:id="rId22"/>
    <p:sldId id="361" r:id="rId23"/>
    <p:sldId id="351" r:id="rId24"/>
    <p:sldId id="353" r:id="rId25"/>
    <p:sldId id="362" r:id="rId26"/>
    <p:sldId id="354" r:id="rId27"/>
    <p:sldId id="358" r:id="rId28"/>
    <p:sldId id="359" r:id="rId29"/>
    <p:sldId id="360" r:id="rId30"/>
    <p:sldId id="330" r:id="rId31"/>
    <p:sldId id="364" r:id="rId32"/>
    <p:sldId id="356" r:id="rId33"/>
    <p:sldId id="355" r:id="rId34"/>
    <p:sldId id="363" r:id="rId35"/>
    <p:sldId id="283" r:id="rId36"/>
    <p:sldId id="257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00B050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9036" autoAdjust="0"/>
    <p:restoredTop sz="94660"/>
  </p:normalViewPr>
  <p:slideViewPr>
    <p:cSldViewPr snapToGrid="0">
      <p:cViewPr>
        <p:scale>
          <a:sx n="75" d="100"/>
          <a:sy n="75" d="100"/>
        </p:scale>
        <p:origin x="-379" y="-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960860F-C340-F964-8711-B70D18F2D6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40316" y="2997171"/>
            <a:ext cx="5911368" cy="863658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4400" b="1" kern="12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r>
              <a:rPr lang="en-US" b="1" dirty="0">
                <a:solidFill>
                  <a:srgbClr val="00B050"/>
                </a:solidFill>
              </a:rPr>
              <a:t>Video Title</a:t>
            </a:r>
            <a:endParaRPr lang="en-IN" dirty="0"/>
          </a:p>
        </p:txBody>
      </p:sp>
      <p:sp>
        <p:nvSpPr>
          <p:cNvPr id="4" name="Picture Placeholder 22">
            <a:extLst>
              <a:ext uri="{FF2B5EF4-FFF2-40B4-BE49-F238E27FC236}">
                <a16:creationId xmlns:a16="http://schemas.microsoft.com/office/drawing/2014/main" xmlns="" id="{F41921D5-B2A7-423B-B9D7-CEB7266C8AC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0185400" y="4768850"/>
            <a:ext cx="1770063" cy="122237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 dirty="0"/>
              <a:t>Area Reserved for inset video</a:t>
            </a:r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51EEF7B5-2005-487C-A335-E2554B8F2C0F}"/>
              </a:ext>
            </a:extLst>
          </p:cNvPr>
          <p:cNvSpPr/>
          <p:nvPr userDrawn="1"/>
        </p:nvSpPr>
        <p:spPr>
          <a:xfrm>
            <a:off x="0" y="6697746"/>
            <a:ext cx="12192000" cy="1900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26103884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Para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812EC6F-E89D-0AC7-A761-B1023C3E87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121" y="453875"/>
            <a:ext cx="9137098" cy="58750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3600" b="1" kern="12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r>
              <a:rPr lang="en-US" dirty="0"/>
              <a:t>Header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BBB91498-2249-4872-68A4-05066A2D0C1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5991166"/>
            <a:ext cx="10515600" cy="676762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Do not type anything in this area, as it is reserved for the caption.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94D008F4-334F-453F-AFA1-C8D15F2524EA}"/>
              </a:ext>
            </a:extLst>
          </p:cNvPr>
          <p:cNvSpPr/>
          <p:nvPr userDrawn="1"/>
        </p:nvSpPr>
        <p:spPr>
          <a:xfrm>
            <a:off x="0" y="6667928"/>
            <a:ext cx="12192000" cy="1900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xmlns="" id="{D0FF8217-211C-4647-A5FC-232CD898B9F8}"/>
              </a:ext>
            </a:extLst>
          </p:cNvPr>
          <p:cNvCxnSpPr>
            <a:cxnSpLocks/>
          </p:cNvCxnSpPr>
          <p:nvPr userDrawn="1"/>
        </p:nvCxnSpPr>
        <p:spPr>
          <a:xfrm>
            <a:off x="0" y="1284270"/>
            <a:ext cx="9842643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1">
            <a:extLst>
              <a:ext uri="{FF2B5EF4-FFF2-40B4-BE49-F238E27FC236}">
                <a16:creationId xmlns:a16="http://schemas.microsoft.com/office/drawing/2014/main" xmlns="" id="{60EFD52D-71BD-4D6E-8493-A06A442AF56E}"/>
              </a:ext>
            </a:extLst>
          </p:cNvPr>
          <p:cNvSpPr txBox="1">
            <a:spLocks/>
          </p:cNvSpPr>
          <p:nvPr userDrawn="1"/>
        </p:nvSpPr>
        <p:spPr>
          <a:xfrm>
            <a:off x="0" y="12564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58775"/>
            <a:endParaRPr lang="en-IN" b="1" dirty="0">
              <a:solidFill>
                <a:srgbClr val="00B050"/>
              </a:solidFill>
            </a:endParaRP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xmlns="" id="{2E3162AD-7B7B-4601-A7F5-13C4577052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8775" y="1500188"/>
            <a:ext cx="9137444" cy="41751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lang="en-US" sz="1800" kern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.</a:t>
            </a:r>
          </a:p>
        </p:txBody>
      </p:sp>
      <p:sp>
        <p:nvSpPr>
          <p:cNvPr id="10" name="Picture Placeholder 22">
            <a:extLst>
              <a:ext uri="{FF2B5EF4-FFF2-40B4-BE49-F238E27FC236}">
                <a16:creationId xmlns:a16="http://schemas.microsoft.com/office/drawing/2014/main" xmlns="" id="{9822BFC8-E641-4409-BC51-E828D2291BC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0185400" y="4768850"/>
            <a:ext cx="1770063" cy="122237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 dirty="0"/>
              <a:t>Area Reserved for inset video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10942096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812EC6F-E89D-0AC7-A761-B1023C3E87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121" y="453875"/>
            <a:ext cx="9137098" cy="58750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3600" b="1" kern="12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r>
              <a:rPr lang="en-US" dirty="0"/>
              <a:t>Header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BBB91498-2249-4872-68A4-05066A2D0C1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5991166"/>
            <a:ext cx="10515600" cy="676762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Do not type anything in this area, as it is reserved for the caption.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94D008F4-334F-453F-AFA1-C8D15F2524EA}"/>
              </a:ext>
            </a:extLst>
          </p:cNvPr>
          <p:cNvSpPr/>
          <p:nvPr userDrawn="1"/>
        </p:nvSpPr>
        <p:spPr>
          <a:xfrm>
            <a:off x="0" y="6667928"/>
            <a:ext cx="12192000" cy="1900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xmlns="" id="{D0FF8217-211C-4647-A5FC-232CD898B9F8}"/>
              </a:ext>
            </a:extLst>
          </p:cNvPr>
          <p:cNvCxnSpPr>
            <a:cxnSpLocks/>
          </p:cNvCxnSpPr>
          <p:nvPr userDrawn="1"/>
        </p:nvCxnSpPr>
        <p:spPr>
          <a:xfrm>
            <a:off x="0" y="1284270"/>
            <a:ext cx="9842643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1">
            <a:extLst>
              <a:ext uri="{FF2B5EF4-FFF2-40B4-BE49-F238E27FC236}">
                <a16:creationId xmlns:a16="http://schemas.microsoft.com/office/drawing/2014/main" xmlns="" id="{60EFD52D-71BD-4D6E-8493-A06A442AF56E}"/>
              </a:ext>
            </a:extLst>
          </p:cNvPr>
          <p:cNvSpPr txBox="1">
            <a:spLocks/>
          </p:cNvSpPr>
          <p:nvPr userDrawn="1"/>
        </p:nvSpPr>
        <p:spPr>
          <a:xfrm>
            <a:off x="0" y="12563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58775"/>
            <a:endParaRPr lang="en-IN" b="1" dirty="0">
              <a:solidFill>
                <a:srgbClr val="00B050"/>
              </a:solidFill>
            </a:endParaRP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xmlns="" id="{2E3162AD-7B7B-4601-A7F5-13C4577052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8775" y="1500188"/>
            <a:ext cx="9137444" cy="4175125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lang="en-US" sz="1800" kern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.</a:t>
            </a:r>
          </a:p>
          <a:p>
            <a:r>
              <a:rPr lang="en-US" dirty="0"/>
              <a:t>Lorem Ipsum</a:t>
            </a:r>
          </a:p>
          <a:p>
            <a:r>
              <a:rPr lang="en-US" dirty="0"/>
              <a:t>Lorem ipsum</a:t>
            </a:r>
          </a:p>
        </p:txBody>
      </p:sp>
      <p:sp>
        <p:nvSpPr>
          <p:cNvPr id="10" name="Picture Placeholder 22">
            <a:extLst>
              <a:ext uri="{FF2B5EF4-FFF2-40B4-BE49-F238E27FC236}">
                <a16:creationId xmlns:a16="http://schemas.microsoft.com/office/drawing/2014/main" xmlns="" id="{9822BFC8-E641-4409-BC51-E828D2291BC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0185400" y="4768850"/>
            <a:ext cx="1770063" cy="122237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 dirty="0"/>
              <a:t>Area Reserved for inset video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9171126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Only Para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812EC6F-E89D-0AC7-A761-B1023C3E87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121" y="453875"/>
            <a:ext cx="9137098" cy="58750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3600" b="1" kern="12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r>
              <a:rPr lang="en-US" dirty="0"/>
              <a:t>Header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BBB91498-2249-4872-68A4-05066A2D0C1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5991166"/>
            <a:ext cx="10515600" cy="676762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Do not type anything in this area, as it is reserved for the caption.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94D008F4-334F-453F-AFA1-C8D15F2524EA}"/>
              </a:ext>
            </a:extLst>
          </p:cNvPr>
          <p:cNvSpPr/>
          <p:nvPr userDrawn="1"/>
        </p:nvSpPr>
        <p:spPr>
          <a:xfrm>
            <a:off x="0" y="6667928"/>
            <a:ext cx="12192000" cy="1900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xmlns="" id="{D0FF8217-211C-4647-A5FC-232CD898B9F8}"/>
              </a:ext>
            </a:extLst>
          </p:cNvPr>
          <p:cNvCxnSpPr>
            <a:cxnSpLocks/>
          </p:cNvCxnSpPr>
          <p:nvPr userDrawn="1"/>
        </p:nvCxnSpPr>
        <p:spPr>
          <a:xfrm>
            <a:off x="0" y="1284270"/>
            <a:ext cx="9842643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1">
            <a:extLst>
              <a:ext uri="{FF2B5EF4-FFF2-40B4-BE49-F238E27FC236}">
                <a16:creationId xmlns:a16="http://schemas.microsoft.com/office/drawing/2014/main" xmlns="" id="{60EFD52D-71BD-4D6E-8493-A06A442AF56E}"/>
              </a:ext>
            </a:extLst>
          </p:cNvPr>
          <p:cNvSpPr txBox="1">
            <a:spLocks/>
          </p:cNvSpPr>
          <p:nvPr userDrawn="1"/>
        </p:nvSpPr>
        <p:spPr>
          <a:xfrm>
            <a:off x="0" y="12564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58775"/>
            <a:endParaRPr lang="en-IN" b="1" dirty="0">
              <a:solidFill>
                <a:srgbClr val="00B050"/>
              </a:solidFill>
            </a:endParaRPr>
          </a:p>
        </p:txBody>
      </p:sp>
      <p:sp>
        <p:nvSpPr>
          <p:cNvPr id="10" name="Picture Placeholder 22">
            <a:extLst>
              <a:ext uri="{FF2B5EF4-FFF2-40B4-BE49-F238E27FC236}">
                <a16:creationId xmlns:a16="http://schemas.microsoft.com/office/drawing/2014/main" xmlns="" id="{9822BFC8-E641-4409-BC51-E828D2291BC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0185400" y="4768850"/>
            <a:ext cx="1770063" cy="122237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 dirty="0"/>
              <a:t>Area Reserved for inset video</a:t>
            </a:r>
            <a:endParaRPr lang="en-IN" dirty="0"/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xmlns="" id="{9E4CB4B1-306A-4384-AC34-AB499A6C72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9121" y="1718085"/>
            <a:ext cx="5400675" cy="38956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None/>
              <a:defRPr lang="en-US" sz="2000" b="1" kern="12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xmlns="" id="{47040CAB-B54D-4828-9A04-3A7C3AC3EDF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9121" y="2107653"/>
            <a:ext cx="5400675" cy="38956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lang="en-US" sz="1800" b="0" kern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161086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Only Para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BC7AB3E3-1439-42FC-80BD-2A21307FA18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925419" y="1308691"/>
            <a:ext cx="6341163" cy="485683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xmlns="" id="{7812EC6F-E89D-0AC7-A761-B1023C3E87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121" y="453875"/>
            <a:ext cx="9137098" cy="58750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3600" b="1" kern="12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r>
              <a:rPr lang="en-US" dirty="0"/>
              <a:t>For Quotations Only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BBB91498-2249-4872-68A4-05066A2D0C1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5991166"/>
            <a:ext cx="10515600" cy="676762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Do not type anything in this area, as it is reserved for the caption.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94D008F4-334F-453F-AFA1-C8D15F2524EA}"/>
              </a:ext>
            </a:extLst>
          </p:cNvPr>
          <p:cNvSpPr/>
          <p:nvPr userDrawn="1"/>
        </p:nvSpPr>
        <p:spPr>
          <a:xfrm>
            <a:off x="0" y="6667928"/>
            <a:ext cx="12192000" cy="1900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xmlns="" id="{D0FF8217-211C-4647-A5FC-232CD898B9F8}"/>
              </a:ext>
            </a:extLst>
          </p:cNvPr>
          <p:cNvCxnSpPr>
            <a:cxnSpLocks/>
          </p:cNvCxnSpPr>
          <p:nvPr userDrawn="1"/>
        </p:nvCxnSpPr>
        <p:spPr>
          <a:xfrm>
            <a:off x="0" y="1284270"/>
            <a:ext cx="9842643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1">
            <a:extLst>
              <a:ext uri="{FF2B5EF4-FFF2-40B4-BE49-F238E27FC236}">
                <a16:creationId xmlns:a16="http://schemas.microsoft.com/office/drawing/2014/main" xmlns="" id="{60EFD52D-71BD-4D6E-8493-A06A442AF56E}"/>
              </a:ext>
            </a:extLst>
          </p:cNvPr>
          <p:cNvSpPr txBox="1">
            <a:spLocks/>
          </p:cNvSpPr>
          <p:nvPr userDrawn="1"/>
        </p:nvSpPr>
        <p:spPr>
          <a:xfrm>
            <a:off x="0" y="12564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58775"/>
            <a:endParaRPr lang="en-IN" b="1" dirty="0">
              <a:solidFill>
                <a:srgbClr val="00B050"/>
              </a:solidFill>
            </a:endParaRP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xmlns="" id="{2E3162AD-7B7B-4601-A7F5-13C4577052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35896" y="2438947"/>
            <a:ext cx="4432852" cy="1993905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>
                  <a:lumMod val="75000"/>
                </a:schemeClr>
              </a:buClr>
              <a:buSzTx/>
              <a:buFont typeface="Wingdings" pitchFamily="2" charset="2"/>
              <a:buNone/>
              <a:tabLst/>
              <a:defRPr lang="en-US" sz="1800" kern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>
                  <a:lumMod val="75000"/>
                </a:schemeClr>
              </a:buClr>
              <a:buSzTx/>
              <a:buFont typeface="Wingdings" pitchFamily="2" charset="2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.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.</a:t>
            </a:r>
          </a:p>
        </p:txBody>
      </p:sp>
      <p:sp>
        <p:nvSpPr>
          <p:cNvPr id="10" name="Picture Placeholder 22">
            <a:extLst>
              <a:ext uri="{FF2B5EF4-FFF2-40B4-BE49-F238E27FC236}">
                <a16:creationId xmlns:a16="http://schemas.microsoft.com/office/drawing/2014/main" xmlns="" id="{9822BFC8-E641-4409-BC51-E828D2291BC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0185400" y="4768850"/>
            <a:ext cx="1770063" cy="122237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 dirty="0"/>
              <a:t>Area Reserved for inset video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4044912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Only Para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BC7AB3E3-1439-42FC-80BD-2A21307FA18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5200272" y="1757411"/>
            <a:ext cx="4642371" cy="355569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xmlns="" id="{7812EC6F-E89D-0AC7-A761-B1023C3E87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121" y="453875"/>
            <a:ext cx="9137098" cy="58750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3600" b="1" kern="12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r>
              <a:rPr lang="en-US" dirty="0"/>
              <a:t>For Quotations Only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BBB91498-2249-4872-68A4-05066A2D0C1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5991166"/>
            <a:ext cx="10515600" cy="676762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Do not type anything in this area, as it is reserved for the caption.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94D008F4-334F-453F-AFA1-C8D15F2524EA}"/>
              </a:ext>
            </a:extLst>
          </p:cNvPr>
          <p:cNvSpPr/>
          <p:nvPr userDrawn="1"/>
        </p:nvSpPr>
        <p:spPr>
          <a:xfrm>
            <a:off x="0" y="6667928"/>
            <a:ext cx="12192000" cy="1900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xmlns="" id="{D0FF8217-211C-4647-A5FC-232CD898B9F8}"/>
              </a:ext>
            </a:extLst>
          </p:cNvPr>
          <p:cNvCxnSpPr>
            <a:cxnSpLocks/>
          </p:cNvCxnSpPr>
          <p:nvPr userDrawn="1"/>
        </p:nvCxnSpPr>
        <p:spPr>
          <a:xfrm>
            <a:off x="0" y="1284270"/>
            <a:ext cx="9842643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1">
            <a:extLst>
              <a:ext uri="{FF2B5EF4-FFF2-40B4-BE49-F238E27FC236}">
                <a16:creationId xmlns:a16="http://schemas.microsoft.com/office/drawing/2014/main" xmlns="" id="{60EFD52D-71BD-4D6E-8493-A06A442AF56E}"/>
              </a:ext>
            </a:extLst>
          </p:cNvPr>
          <p:cNvSpPr txBox="1">
            <a:spLocks/>
          </p:cNvSpPr>
          <p:nvPr userDrawn="1"/>
        </p:nvSpPr>
        <p:spPr>
          <a:xfrm>
            <a:off x="0" y="12564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58775"/>
            <a:endParaRPr lang="en-IN" b="1" dirty="0">
              <a:solidFill>
                <a:srgbClr val="00B050"/>
              </a:solidFill>
            </a:endParaRP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xmlns="" id="{2E3162AD-7B7B-4601-A7F5-13C4577052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57735" y="2353091"/>
            <a:ext cx="2927443" cy="2322098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>
                  <a:lumMod val="75000"/>
                </a:schemeClr>
              </a:buClr>
              <a:buSzTx/>
              <a:buFont typeface="Wingdings" pitchFamily="2" charset="2"/>
              <a:buNone/>
              <a:tabLst/>
              <a:defRPr lang="en-US" sz="1800" kern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>
                  <a:lumMod val="75000"/>
                </a:schemeClr>
              </a:buClr>
              <a:buSzTx/>
              <a:buFont typeface="Wingdings" pitchFamily="2" charset="2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. </a:t>
            </a:r>
          </a:p>
        </p:txBody>
      </p:sp>
      <p:sp>
        <p:nvSpPr>
          <p:cNvPr id="10" name="Picture Placeholder 22">
            <a:extLst>
              <a:ext uri="{FF2B5EF4-FFF2-40B4-BE49-F238E27FC236}">
                <a16:creationId xmlns:a16="http://schemas.microsoft.com/office/drawing/2014/main" xmlns="" id="{9822BFC8-E641-4409-BC51-E828D2291BC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0185400" y="4768850"/>
            <a:ext cx="1770063" cy="122237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 dirty="0"/>
              <a:t>Area Reserved for inset video</a:t>
            </a:r>
            <a:endParaRPr lang="en-IN" dirty="0"/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xmlns="" id="{6B93A7B1-FE5F-4D38-90BD-226BB1FA14D0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888997" y="1579545"/>
            <a:ext cx="3713165" cy="391502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on icon to add pictures</a:t>
            </a:r>
            <a:endParaRPr lang="en-IN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xmlns="" id="{953D03DA-6A09-453B-8E92-DDE6238E616E}"/>
              </a:ext>
            </a:extLst>
          </p:cNvPr>
          <p:cNvGrpSpPr/>
          <p:nvPr userDrawn="1"/>
        </p:nvGrpSpPr>
        <p:grpSpPr>
          <a:xfrm rot="10800000">
            <a:off x="831850" y="4257656"/>
            <a:ext cx="1289304" cy="1289304"/>
            <a:chOff x="9611350" y="1273785"/>
            <a:chExt cx="1289304" cy="1289304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xmlns="" id="{787947E2-03B1-49D1-8F29-87DF3EFE5CE2}"/>
                </a:ext>
              </a:extLst>
            </p:cNvPr>
            <p:cNvCxnSpPr/>
            <p:nvPr userDrawn="1"/>
          </p:nvCxnSpPr>
          <p:spPr>
            <a:xfrm>
              <a:off x="9611350" y="1299978"/>
              <a:ext cx="1289304" cy="0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xmlns="" id="{538E91B5-064A-42BF-8C2B-298B665E358A}"/>
                </a:ext>
              </a:extLst>
            </p:cNvPr>
            <p:cNvCxnSpPr/>
            <p:nvPr userDrawn="1"/>
          </p:nvCxnSpPr>
          <p:spPr>
            <a:xfrm>
              <a:off x="10872080" y="1273785"/>
              <a:ext cx="0" cy="1289304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xmlns="" id="{B255699C-CFB9-49D1-9C35-50A5F279595C}"/>
              </a:ext>
            </a:extLst>
          </p:cNvPr>
          <p:cNvGrpSpPr/>
          <p:nvPr userDrawn="1"/>
        </p:nvGrpSpPr>
        <p:grpSpPr>
          <a:xfrm>
            <a:off x="3372568" y="1527159"/>
            <a:ext cx="1289304" cy="1289304"/>
            <a:chOff x="9611350" y="1273785"/>
            <a:chExt cx="1289304" cy="1289304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xmlns="" id="{C9B84DFC-6D56-44C0-897B-40A729BF74DC}"/>
                </a:ext>
              </a:extLst>
            </p:cNvPr>
            <p:cNvCxnSpPr/>
            <p:nvPr userDrawn="1"/>
          </p:nvCxnSpPr>
          <p:spPr>
            <a:xfrm>
              <a:off x="9611350" y="1299978"/>
              <a:ext cx="1289304" cy="0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xmlns="" id="{E49F67E5-6A93-438F-84F1-2E440D2ECFBF}"/>
                </a:ext>
              </a:extLst>
            </p:cNvPr>
            <p:cNvCxnSpPr/>
            <p:nvPr userDrawn="1"/>
          </p:nvCxnSpPr>
          <p:spPr>
            <a:xfrm>
              <a:off x="10872080" y="1273785"/>
              <a:ext cx="0" cy="1289304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xmlns="" val="21931473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ragraph with V-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xmlns="" id="{AE22F721-DD17-46CD-B07A-480AE5C6FBF5}"/>
              </a:ext>
            </a:extLst>
          </p:cNvPr>
          <p:cNvCxnSpPr/>
          <p:nvPr userDrawn="1"/>
        </p:nvCxnSpPr>
        <p:spPr>
          <a:xfrm>
            <a:off x="8636718" y="1614243"/>
            <a:ext cx="1289304" cy="0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xmlns="" id="{A79CA459-DE5F-4F1A-AAFC-B0824B0DB5E3}"/>
              </a:ext>
            </a:extLst>
          </p:cNvPr>
          <p:cNvSpPr>
            <a:spLocks noGrp="1"/>
          </p:cNvSpPr>
          <p:nvPr userDrawn="1">
            <p:ph type="pic" sz="quarter" idx="12" hasCustomPrompt="1"/>
          </p:nvPr>
        </p:nvSpPr>
        <p:spPr>
          <a:xfrm>
            <a:off x="6153147" y="1640436"/>
            <a:ext cx="3715711" cy="391502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on icon to add pictures</a:t>
            </a:r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7812EC6F-E89D-0AC7-A761-B1023C3E87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121" y="453875"/>
            <a:ext cx="9137098" cy="58750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3600" b="1" kern="12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r>
              <a:rPr lang="en-US" dirty="0"/>
              <a:t>Header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BBB91498-2249-4872-68A4-05066A2D0C1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5991166"/>
            <a:ext cx="10515600" cy="676762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Do not type anything in this area, as it is reserved for the caption.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94D008F4-334F-453F-AFA1-C8D15F2524EA}"/>
              </a:ext>
            </a:extLst>
          </p:cNvPr>
          <p:cNvSpPr/>
          <p:nvPr userDrawn="1"/>
        </p:nvSpPr>
        <p:spPr>
          <a:xfrm>
            <a:off x="0" y="6667928"/>
            <a:ext cx="12192000" cy="1900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xmlns="" id="{D0FF8217-211C-4647-A5FC-232CD898B9F8}"/>
              </a:ext>
            </a:extLst>
          </p:cNvPr>
          <p:cNvCxnSpPr>
            <a:cxnSpLocks/>
          </p:cNvCxnSpPr>
          <p:nvPr userDrawn="1"/>
        </p:nvCxnSpPr>
        <p:spPr>
          <a:xfrm>
            <a:off x="0" y="1284270"/>
            <a:ext cx="9842643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1">
            <a:extLst>
              <a:ext uri="{FF2B5EF4-FFF2-40B4-BE49-F238E27FC236}">
                <a16:creationId xmlns:a16="http://schemas.microsoft.com/office/drawing/2014/main" xmlns="" id="{60EFD52D-71BD-4D6E-8493-A06A442AF56E}"/>
              </a:ext>
            </a:extLst>
          </p:cNvPr>
          <p:cNvSpPr txBox="1">
            <a:spLocks/>
          </p:cNvSpPr>
          <p:nvPr userDrawn="1"/>
        </p:nvSpPr>
        <p:spPr>
          <a:xfrm>
            <a:off x="0" y="-7314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58775"/>
            <a:endParaRPr lang="en-IN" b="1" dirty="0">
              <a:solidFill>
                <a:srgbClr val="00B050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xmlns="" id="{D6056BB0-9A3C-4DD1-9BAE-C7F27161A882}"/>
              </a:ext>
            </a:extLst>
          </p:cNvPr>
          <p:cNvGrpSpPr/>
          <p:nvPr userDrawn="1"/>
        </p:nvGrpSpPr>
        <p:grpSpPr>
          <a:xfrm>
            <a:off x="6096000" y="4318547"/>
            <a:ext cx="1289304" cy="1289304"/>
            <a:chOff x="6096000" y="4318547"/>
            <a:chExt cx="1289304" cy="1289304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xmlns="" id="{96FDE5DC-6184-4385-813D-B8E965370C55}"/>
                </a:ext>
              </a:extLst>
            </p:cNvPr>
            <p:cNvCxnSpPr/>
            <p:nvPr userDrawn="1"/>
          </p:nvCxnSpPr>
          <p:spPr>
            <a:xfrm rot="10800000">
              <a:off x="6096000" y="5581658"/>
              <a:ext cx="1289304" cy="0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xmlns="" id="{6B610643-B9D7-47CE-A7CB-B9CCD3CD8FA8}"/>
                </a:ext>
              </a:extLst>
            </p:cNvPr>
            <p:cNvCxnSpPr/>
            <p:nvPr userDrawn="1"/>
          </p:nvCxnSpPr>
          <p:spPr>
            <a:xfrm rot="10800000">
              <a:off x="6124574" y="4318547"/>
              <a:ext cx="0" cy="1289304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xmlns="" id="{79819D75-3C3B-47C6-AF1A-F45AC9C64A90}"/>
              </a:ext>
            </a:extLst>
          </p:cNvPr>
          <p:cNvCxnSpPr>
            <a:cxnSpLocks/>
          </p:cNvCxnSpPr>
          <p:nvPr userDrawn="1"/>
        </p:nvCxnSpPr>
        <p:spPr>
          <a:xfrm>
            <a:off x="9897448" y="1588050"/>
            <a:ext cx="0" cy="1289304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412EA0C0-1545-44A5-BA07-302622F2047F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359121" y="2353632"/>
            <a:ext cx="5400675" cy="25019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None/>
              <a:defRPr lang="en-US" sz="1800" kern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  <a:p>
            <a:r>
              <a:rPr lang="en-US" dirty="0"/>
              <a:t>Lorem ipsum</a:t>
            </a:r>
          </a:p>
          <a:p>
            <a:r>
              <a:rPr lang="en-US" dirty="0"/>
              <a:t>Lorem ipsum</a:t>
            </a:r>
          </a:p>
          <a:p>
            <a:r>
              <a:rPr lang="en-US" dirty="0"/>
              <a:t>Lorem ipsum</a:t>
            </a:r>
          </a:p>
          <a:p>
            <a:endParaRPr lang="en-US" dirty="0"/>
          </a:p>
        </p:txBody>
      </p:sp>
      <p:sp>
        <p:nvSpPr>
          <p:cNvPr id="26" name="Picture Placeholder 22">
            <a:extLst>
              <a:ext uri="{FF2B5EF4-FFF2-40B4-BE49-F238E27FC236}">
                <a16:creationId xmlns:a16="http://schemas.microsoft.com/office/drawing/2014/main" xmlns="" id="{389934E0-CD8C-4C82-BB51-48A9619AC138}"/>
              </a:ext>
            </a:extLst>
          </p:cNvPr>
          <p:cNvSpPr>
            <a:spLocks noGrp="1"/>
          </p:cNvSpPr>
          <p:nvPr userDrawn="1">
            <p:ph type="pic" sz="quarter" idx="11" hasCustomPrompt="1"/>
          </p:nvPr>
        </p:nvSpPr>
        <p:spPr>
          <a:xfrm>
            <a:off x="10185400" y="4768850"/>
            <a:ext cx="1770063" cy="122237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 dirty="0"/>
              <a:t>Area Reserved for inset video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6475374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aragraph with V-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xmlns="" id="{AE22F721-DD17-46CD-B07A-480AE5C6FBF5}"/>
              </a:ext>
            </a:extLst>
          </p:cNvPr>
          <p:cNvCxnSpPr/>
          <p:nvPr userDrawn="1"/>
        </p:nvCxnSpPr>
        <p:spPr>
          <a:xfrm>
            <a:off x="8636718" y="1614243"/>
            <a:ext cx="1289304" cy="0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xmlns="" id="{A79CA459-DE5F-4F1A-AAFC-B0824B0DB5E3}"/>
              </a:ext>
            </a:extLst>
          </p:cNvPr>
          <p:cNvSpPr>
            <a:spLocks noGrp="1"/>
          </p:cNvSpPr>
          <p:nvPr userDrawn="1">
            <p:ph type="pic" sz="quarter" idx="12" hasCustomPrompt="1"/>
          </p:nvPr>
        </p:nvSpPr>
        <p:spPr>
          <a:xfrm>
            <a:off x="6153147" y="1640436"/>
            <a:ext cx="3715711" cy="391502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on icon to add pictures</a:t>
            </a:r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7812EC6F-E89D-0AC7-A761-B1023C3E87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121" y="453875"/>
            <a:ext cx="9137098" cy="58750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3600" b="1" kern="12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r>
              <a:rPr lang="en-US" dirty="0"/>
              <a:t>Header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BBB91498-2249-4872-68A4-05066A2D0C1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5991166"/>
            <a:ext cx="10515600" cy="676762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Do not type anything in this area, as it is reserved for the caption.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94D008F4-334F-453F-AFA1-C8D15F2524EA}"/>
              </a:ext>
            </a:extLst>
          </p:cNvPr>
          <p:cNvSpPr/>
          <p:nvPr userDrawn="1"/>
        </p:nvSpPr>
        <p:spPr>
          <a:xfrm>
            <a:off x="0" y="6667928"/>
            <a:ext cx="12192000" cy="1900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xmlns="" id="{D0FF8217-211C-4647-A5FC-232CD898B9F8}"/>
              </a:ext>
            </a:extLst>
          </p:cNvPr>
          <p:cNvCxnSpPr>
            <a:cxnSpLocks/>
          </p:cNvCxnSpPr>
          <p:nvPr userDrawn="1"/>
        </p:nvCxnSpPr>
        <p:spPr>
          <a:xfrm>
            <a:off x="0" y="1284270"/>
            <a:ext cx="9842643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1">
            <a:extLst>
              <a:ext uri="{FF2B5EF4-FFF2-40B4-BE49-F238E27FC236}">
                <a16:creationId xmlns:a16="http://schemas.microsoft.com/office/drawing/2014/main" xmlns="" id="{60EFD52D-71BD-4D6E-8493-A06A442AF56E}"/>
              </a:ext>
            </a:extLst>
          </p:cNvPr>
          <p:cNvSpPr txBox="1">
            <a:spLocks/>
          </p:cNvSpPr>
          <p:nvPr userDrawn="1"/>
        </p:nvSpPr>
        <p:spPr>
          <a:xfrm>
            <a:off x="0" y="-7314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58775"/>
            <a:endParaRPr lang="en-IN" b="1" dirty="0">
              <a:solidFill>
                <a:srgbClr val="00B050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xmlns="" id="{D6056BB0-9A3C-4DD1-9BAE-C7F27161A882}"/>
              </a:ext>
            </a:extLst>
          </p:cNvPr>
          <p:cNvGrpSpPr/>
          <p:nvPr userDrawn="1"/>
        </p:nvGrpSpPr>
        <p:grpSpPr>
          <a:xfrm>
            <a:off x="6096000" y="4318547"/>
            <a:ext cx="1289304" cy="1289304"/>
            <a:chOff x="6096000" y="4318547"/>
            <a:chExt cx="1289304" cy="1289304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xmlns="" id="{96FDE5DC-6184-4385-813D-B8E965370C55}"/>
                </a:ext>
              </a:extLst>
            </p:cNvPr>
            <p:cNvCxnSpPr/>
            <p:nvPr userDrawn="1"/>
          </p:nvCxnSpPr>
          <p:spPr>
            <a:xfrm rot="10800000">
              <a:off x="6096000" y="5581658"/>
              <a:ext cx="1289304" cy="0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xmlns="" id="{6B610643-B9D7-47CE-A7CB-B9CCD3CD8FA8}"/>
                </a:ext>
              </a:extLst>
            </p:cNvPr>
            <p:cNvCxnSpPr/>
            <p:nvPr userDrawn="1"/>
          </p:nvCxnSpPr>
          <p:spPr>
            <a:xfrm rot="10800000">
              <a:off x="6124574" y="4318547"/>
              <a:ext cx="0" cy="1289304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xmlns="" id="{79819D75-3C3B-47C6-AF1A-F45AC9C64A90}"/>
              </a:ext>
            </a:extLst>
          </p:cNvPr>
          <p:cNvCxnSpPr>
            <a:cxnSpLocks/>
          </p:cNvCxnSpPr>
          <p:nvPr userDrawn="1"/>
        </p:nvCxnSpPr>
        <p:spPr>
          <a:xfrm>
            <a:off x="9897448" y="1588050"/>
            <a:ext cx="0" cy="1289304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412EA0C0-1545-44A5-BA07-302622F2047F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359121" y="2353632"/>
            <a:ext cx="5400675" cy="38956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None/>
              <a:defRPr lang="en-US" sz="2000" b="1" kern="12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</p:txBody>
      </p:sp>
      <p:sp>
        <p:nvSpPr>
          <p:cNvPr id="26" name="Picture Placeholder 22">
            <a:extLst>
              <a:ext uri="{FF2B5EF4-FFF2-40B4-BE49-F238E27FC236}">
                <a16:creationId xmlns:a16="http://schemas.microsoft.com/office/drawing/2014/main" xmlns="" id="{389934E0-CD8C-4C82-BB51-48A9619AC138}"/>
              </a:ext>
            </a:extLst>
          </p:cNvPr>
          <p:cNvSpPr>
            <a:spLocks noGrp="1"/>
          </p:cNvSpPr>
          <p:nvPr userDrawn="1">
            <p:ph type="pic" sz="quarter" idx="11" hasCustomPrompt="1"/>
          </p:nvPr>
        </p:nvSpPr>
        <p:spPr>
          <a:xfrm>
            <a:off x="10185400" y="4768850"/>
            <a:ext cx="1770063" cy="122237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 dirty="0"/>
              <a:t>Area Reserved for inset video</a:t>
            </a:r>
            <a:endParaRPr lang="en-IN" dirty="0"/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xmlns="" id="{13B55745-1481-41BE-9233-B21F4F00BA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9121" y="2743200"/>
            <a:ext cx="5400675" cy="38956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lang="en-US" sz="1800" b="0" kern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730820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s with V-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xmlns="" id="{A79CA459-DE5F-4F1A-AAFC-B0824B0DB5E3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153147" y="1640436"/>
            <a:ext cx="3713165" cy="391502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on icon to add pictures</a:t>
            </a:r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7812EC6F-E89D-0AC7-A761-B1023C3E87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121" y="453875"/>
            <a:ext cx="9137098" cy="58750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3600" b="1" kern="12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r>
              <a:rPr lang="en-US" dirty="0"/>
              <a:t>Header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BBB91498-2249-4872-68A4-05066A2D0C1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5991166"/>
            <a:ext cx="10515600" cy="676762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Do not type anything in this area, as it is reserved for the caption.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94D008F4-334F-453F-AFA1-C8D15F2524EA}"/>
              </a:ext>
            </a:extLst>
          </p:cNvPr>
          <p:cNvSpPr/>
          <p:nvPr userDrawn="1"/>
        </p:nvSpPr>
        <p:spPr>
          <a:xfrm>
            <a:off x="0" y="6667928"/>
            <a:ext cx="12192000" cy="1900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xmlns="" id="{D0FF8217-211C-4647-A5FC-232CD898B9F8}"/>
              </a:ext>
            </a:extLst>
          </p:cNvPr>
          <p:cNvCxnSpPr>
            <a:cxnSpLocks/>
          </p:cNvCxnSpPr>
          <p:nvPr userDrawn="1"/>
        </p:nvCxnSpPr>
        <p:spPr>
          <a:xfrm>
            <a:off x="0" y="1284270"/>
            <a:ext cx="9842643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1">
            <a:extLst>
              <a:ext uri="{FF2B5EF4-FFF2-40B4-BE49-F238E27FC236}">
                <a16:creationId xmlns:a16="http://schemas.microsoft.com/office/drawing/2014/main" xmlns="" id="{60EFD52D-71BD-4D6E-8493-A06A442AF56E}"/>
              </a:ext>
            </a:extLst>
          </p:cNvPr>
          <p:cNvSpPr txBox="1">
            <a:spLocks/>
          </p:cNvSpPr>
          <p:nvPr userDrawn="1"/>
        </p:nvSpPr>
        <p:spPr>
          <a:xfrm>
            <a:off x="0" y="32442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58775"/>
            <a:endParaRPr lang="en-IN" b="1" dirty="0">
              <a:solidFill>
                <a:srgbClr val="00B050"/>
              </a:solidFill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xmlns="" id="{2DD83F17-A635-4F57-9358-97F743C3216F}"/>
              </a:ext>
            </a:extLst>
          </p:cNvPr>
          <p:cNvGrpSpPr/>
          <p:nvPr userDrawn="1"/>
        </p:nvGrpSpPr>
        <p:grpSpPr>
          <a:xfrm rot="10800000">
            <a:off x="6096000" y="4318547"/>
            <a:ext cx="1289304" cy="1289304"/>
            <a:chOff x="9611350" y="1273785"/>
            <a:chExt cx="1289304" cy="1289304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xmlns="" id="{96FDE5DC-6184-4385-813D-B8E965370C55}"/>
                </a:ext>
              </a:extLst>
            </p:cNvPr>
            <p:cNvCxnSpPr/>
            <p:nvPr userDrawn="1"/>
          </p:nvCxnSpPr>
          <p:spPr>
            <a:xfrm>
              <a:off x="9611350" y="1299978"/>
              <a:ext cx="1289304" cy="0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xmlns="" id="{6B610643-B9D7-47CE-A7CB-B9CCD3CD8FA8}"/>
                </a:ext>
              </a:extLst>
            </p:cNvPr>
            <p:cNvCxnSpPr/>
            <p:nvPr userDrawn="1"/>
          </p:nvCxnSpPr>
          <p:spPr>
            <a:xfrm>
              <a:off x="10872080" y="1273785"/>
              <a:ext cx="0" cy="1289304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xmlns="" id="{E4E50DDF-0C10-4989-911A-32DB07DC9F52}"/>
              </a:ext>
            </a:extLst>
          </p:cNvPr>
          <p:cNvGrpSpPr/>
          <p:nvPr userDrawn="1"/>
        </p:nvGrpSpPr>
        <p:grpSpPr>
          <a:xfrm>
            <a:off x="8636718" y="1588050"/>
            <a:ext cx="1289304" cy="1289304"/>
            <a:chOff x="9611350" y="1273785"/>
            <a:chExt cx="1289304" cy="1289304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xmlns="" id="{AE22F721-DD17-46CD-B07A-480AE5C6FBF5}"/>
                </a:ext>
              </a:extLst>
            </p:cNvPr>
            <p:cNvCxnSpPr/>
            <p:nvPr userDrawn="1"/>
          </p:nvCxnSpPr>
          <p:spPr>
            <a:xfrm>
              <a:off x="9611350" y="1299978"/>
              <a:ext cx="1289304" cy="0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xmlns="" id="{79819D75-3C3B-47C6-AF1A-F45AC9C64A90}"/>
                </a:ext>
              </a:extLst>
            </p:cNvPr>
            <p:cNvCxnSpPr/>
            <p:nvPr userDrawn="1"/>
          </p:nvCxnSpPr>
          <p:spPr>
            <a:xfrm>
              <a:off x="10872080" y="1273785"/>
              <a:ext cx="0" cy="1289304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412EA0C0-1545-44A5-BA07-302622F2047F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359121" y="2353632"/>
            <a:ext cx="5400675" cy="2501900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lang="en-US" sz="1800" kern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</a:p>
          <a:p>
            <a:r>
              <a:rPr lang="en-US" dirty="0"/>
              <a:t>Lorem ipsum</a:t>
            </a:r>
          </a:p>
          <a:p>
            <a:r>
              <a:rPr lang="en-US" dirty="0"/>
              <a:t>Lorem ipsum</a:t>
            </a:r>
          </a:p>
          <a:p>
            <a:r>
              <a:rPr lang="en-US" dirty="0"/>
              <a:t>Lorem ipsum</a:t>
            </a:r>
          </a:p>
          <a:p>
            <a:r>
              <a:rPr lang="en-US" dirty="0"/>
              <a:t>Lorem ipsum</a:t>
            </a:r>
          </a:p>
        </p:txBody>
      </p:sp>
      <p:sp>
        <p:nvSpPr>
          <p:cNvPr id="26" name="Picture Placeholder 22">
            <a:extLst>
              <a:ext uri="{FF2B5EF4-FFF2-40B4-BE49-F238E27FC236}">
                <a16:creationId xmlns:a16="http://schemas.microsoft.com/office/drawing/2014/main" xmlns="" id="{389934E0-CD8C-4C82-BB51-48A9619AC138}"/>
              </a:ext>
            </a:extLst>
          </p:cNvPr>
          <p:cNvSpPr>
            <a:spLocks noGrp="1"/>
          </p:cNvSpPr>
          <p:nvPr userDrawn="1">
            <p:ph type="pic" sz="quarter" idx="11" hasCustomPrompt="1"/>
          </p:nvPr>
        </p:nvSpPr>
        <p:spPr>
          <a:xfrm>
            <a:off x="10185400" y="4768850"/>
            <a:ext cx="1770063" cy="122237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 dirty="0"/>
              <a:t>Area Reserved for inset video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19494352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ragraph with H-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xmlns="" id="{A79CA459-DE5F-4F1A-AAFC-B0824B0DB5E3}"/>
              </a:ext>
            </a:extLst>
          </p:cNvPr>
          <p:cNvSpPr>
            <a:spLocks noGrp="1"/>
          </p:cNvSpPr>
          <p:nvPr userDrawn="1">
            <p:ph type="pic" sz="quarter" idx="12" hasCustomPrompt="1"/>
          </p:nvPr>
        </p:nvSpPr>
        <p:spPr>
          <a:xfrm>
            <a:off x="6153148" y="1883836"/>
            <a:ext cx="4322692" cy="280591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on icon to add pictures</a:t>
            </a:r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7812EC6F-E89D-0AC7-A761-B1023C3E87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121" y="453875"/>
            <a:ext cx="9137098" cy="58750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3600" b="1" kern="12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r>
              <a:rPr lang="en-US" dirty="0"/>
              <a:t>Header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BBB91498-2249-4872-68A4-05066A2D0C1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5991166"/>
            <a:ext cx="10515600" cy="676762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Do not type anything in this area, as it is reserved for the caption.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94D008F4-334F-453F-AFA1-C8D15F2524EA}"/>
              </a:ext>
            </a:extLst>
          </p:cNvPr>
          <p:cNvSpPr/>
          <p:nvPr userDrawn="1"/>
        </p:nvSpPr>
        <p:spPr>
          <a:xfrm>
            <a:off x="0" y="6667928"/>
            <a:ext cx="12192000" cy="1900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xmlns="" id="{D0FF8217-211C-4647-A5FC-232CD898B9F8}"/>
              </a:ext>
            </a:extLst>
          </p:cNvPr>
          <p:cNvCxnSpPr>
            <a:cxnSpLocks/>
          </p:cNvCxnSpPr>
          <p:nvPr userDrawn="1"/>
        </p:nvCxnSpPr>
        <p:spPr>
          <a:xfrm>
            <a:off x="0" y="1284270"/>
            <a:ext cx="9842643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1">
            <a:extLst>
              <a:ext uri="{FF2B5EF4-FFF2-40B4-BE49-F238E27FC236}">
                <a16:creationId xmlns:a16="http://schemas.microsoft.com/office/drawing/2014/main" xmlns="" id="{60EFD52D-71BD-4D6E-8493-A06A442AF56E}"/>
              </a:ext>
            </a:extLst>
          </p:cNvPr>
          <p:cNvSpPr txBox="1">
            <a:spLocks/>
          </p:cNvSpPr>
          <p:nvPr userDrawn="1"/>
        </p:nvSpPr>
        <p:spPr>
          <a:xfrm>
            <a:off x="0" y="-7314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58775"/>
            <a:endParaRPr lang="en-IN" b="1" dirty="0">
              <a:solidFill>
                <a:srgbClr val="00B050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xmlns="" id="{D6056BB0-9A3C-4DD1-9BAE-C7F27161A882}"/>
              </a:ext>
            </a:extLst>
          </p:cNvPr>
          <p:cNvGrpSpPr/>
          <p:nvPr userDrawn="1"/>
        </p:nvGrpSpPr>
        <p:grpSpPr>
          <a:xfrm>
            <a:off x="6096000" y="3461297"/>
            <a:ext cx="1289304" cy="1289304"/>
            <a:chOff x="6096000" y="4318547"/>
            <a:chExt cx="1289304" cy="1289304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xmlns="" id="{96FDE5DC-6184-4385-813D-B8E965370C55}"/>
                </a:ext>
              </a:extLst>
            </p:cNvPr>
            <p:cNvCxnSpPr/>
            <p:nvPr userDrawn="1"/>
          </p:nvCxnSpPr>
          <p:spPr>
            <a:xfrm rot="10800000">
              <a:off x="6096000" y="5581658"/>
              <a:ext cx="1289304" cy="0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xmlns="" id="{6B610643-B9D7-47CE-A7CB-B9CCD3CD8FA8}"/>
                </a:ext>
              </a:extLst>
            </p:cNvPr>
            <p:cNvCxnSpPr/>
            <p:nvPr userDrawn="1"/>
          </p:nvCxnSpPr>
          <p:spPr>
            <a:xfrm rot="10800000">
              <a:off x="6124574" y="4318547"/>
              <a:ext cx="0" cy="1289304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xmlns="" id="{FD5A3C11-7D7D-4F56-AD42-B05E22605450}"/>
              </a:ext>
            </a:extLst>
          </p:cNvPr>
          <p:cNvGrpSpPr/>
          <p:nvPr userDrawn="1"/>
        </p:nvGrpSpPr>
        <p:grpSpPr>
          <a:xfrm>
            <a:off x="9186536" y="1826589"/>
            <a:ext cx="1317195" cy="1289304"/>
            <a:chOff x="9186536" y="1826589"/>
            <a:chExt cx="1317195" cy="1289304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xmlns="" id="{AE22F721-DD17-46CD-B07A-480AE5C6FBF5}"/>
                </a:ext>
              </a:extLst>
            </p:cNvPr>
            <p:cNvCxnSpPr/>
            <p:nvPr userDrawn="1"/>
          </p:nvCxnSpPr>
          <p:spPr>
            <a:xfrm>
              <a:off x="9186536" y="1852994"/>
              <a:ext cx="1289304" cy="0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xmlns="" id="{79819D75-3C3B-47C6-AF1A-F45AC9C64A9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0503731" y="1826589"/>
              <a:ext cx="0" cy="1289304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412EA0C0-1545-44A5-BA07-302622F2047F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359121" y="2035843"/>
            <a:ext cx="5400675" cy="25019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lang="en-US" sz="1800" kern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  <a:p>
            <a:r>
              <a:rPr lang="en-US" dirty="0"/>
              <a:t>Lorem ipsum</a:t>
            </a:r>
          </a:p>
          <a:p>
            <a:r>
              <a:rPr lang="en-US" dirty="0"/>
              <a:t>Lorem ipsum</a:t>
            </a:r>
          </a:p>
          <a:p>
            <a:r>
              <a:rPr lang="en-US" dirty="0"/>
              <a:t>Lorem ipsum</a:t>
            </a:r>
          </a:p>
          <a:p>
            <a:endParaRPr lang="en-US" dirty="0"/>
          </a:p>
        </p:txBody>
      </p:sp>
      <p:sp>
        <p:nvSpPr>
          <p:cNvPr id="26" name="Picture Placeholder 22">
            <a:extLst>
              <a:ext uri="{FF2B5EF4-FFF2-40B4-BE49-F238E27FC236}">
                <a16:creationId xmlns:a16="http://schemas.microsoft.com/office/drawing/2014/main" xmlns="" id="{389934E0-CD8C-4C82-BB51-48A9619AC138}"/>
              </a:ext>
            </a:extLst>
          </p:cNvPr>
          <p:cNvSpPr>
            <a:spLocks noGrp="1"/>
          </p:cNvSpPr>
          <p:nvPr userDrawn="1">
            <p:ph type="pic" sz="quarter" idx="11" hasCustomPrompt="1"/>
          </p:nvPr>
        </p:nvSpPr>
        <p:spPr>
          <a:xfrm>
            <a:off x="10185400" y="4768850"/>
            <a:ext cx="1770063" cy="122237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 dirty="0"/>
              <a:t>Area Reserved for inset video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36496480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aragraph with H-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xmlns="" id="{A79CA459-DE5F-4F1A-AAFC-B0824B0DB5E3}"/>
              </a:ext>
            </a:extLst>
          </p:cNvPr>
          <p:cNvSpPr>
            <a:spLocks noGrp="1"/>
          </p:cNvSpPr>
          <p:nvPr userDrawn="1">
            <p:ph type="pic" sz="quarter" idx="12" hasCustomPrompt="1"/>
          </p:nvPr>
        </p:nvSpPr>
        <p:spPr>
          <a:xfrm>
            <a:off x="6153148" y="1883836"/>
            <a:ext cx="4322692" cy="280591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on icon to add pictures</a:t>
            </a:r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7812EC6F-E89D-0AC7-A761-B1023C3E87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121" y="453875"/>
            <a:ext cx="9137098" cy="58750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3600" b="1" kern="12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r>
              <a:rPr lang="en-US" dirty="0"/>
              <a:t>Header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BBB91498-2249-4872-68A4-05066A2D0C1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5991166"/>
            <a:ext cx="10515600" cy="676762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Do not type anything in this area, as it is reserved for the caption.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94D008F4-334F-453F-AFA1-C8D15F2524EA}"/>
              </a:ext>
            </a:extLst>
          </p:cNvPr>
          <p:cNvSpPr/>
          <p:nvPr userDrawn="1"/>
        </p:nvSpPr>
        <p:spPr>
          <a:xfrm>
            <a:off x="0" y="6667928"/>
            <a:ext cx="12192000" cy="1900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xmlns="" id="{D0FF8217-211C-4647-A5FC-232CD898B9F8}"/>
              </a:ext>
            </a:extLst>
          </p:cNvPr>
          <p:cNvCxnSpPr>
            <a:cxnSpLocks/>
          </p:cNvCxnSpPr>
          <p:nvPr userDrawn="1"/>
        </p:nvCxnSpPr>
        <p:spPr>
          <a:xfrm>
            <a:off x="0" y="1284270"/>
            <a:ext cx="9842643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1">
            <a:extLst>
              <a:ext uri="{FF2B5EF4-FFF2-40B4-BE49-F238E27FC236}">
                <a16:creationId xmlns:a16="http://schemas.microsoft.com/office/drawing/2014/main" xmlns="" id="{60EFD52D-71BD-4D6E-8493-A06A442AF56E}"/>
              </a:ext>
            </a:extLst>
          </p:cNvPr>
          <p:cNvSpPr txBox="1">
            <a:spLocks/>
          </p:cNvSpPr>
          <p:nvPr userDrawn="1"/>
        </p:nvSpPr>
        <p:spPr>
          <a:xfrm>
            <a:off x="0" y="-7314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58775"/>
            <a:endParaRPr lang="en-IN" b="1" dirty="0">
              <a:solidFill>
                <a:srgbClr val="00B050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xmlns="" id="{D6056BB0-9A3C-4DD1-9BAE-C7F27161A882}"/>
              </a:ext>
            </a:extLst>
          </p:cNvPr>
          <p:cNvGrpSpPr/>
          <p:nvPr userDrawn="1"/>
        </p:nvGrpSpPr>
        <p:grpSpPr>
          <a:xfrm>
            <a:off x="6096000" y="3461297"/>
            <a:ext cx="1289304" cy="1289304"/>
            <a:chOff x="6096000" y="4318547"/>
            <a:chExt cx="1289304" cy="1289304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xmlns="" id="{96FDE5DC-6184-4385-813D-B8E965370C55}"/>
                </a:ext>
              </a:extLst>
            </p:cNvPr>
            <p:cNvCxnSpPr/>
            <p:nvPr userDrawn="1"/>
          </p:nvCxnSpPr>
          <p:spPr>
            <a:xfrm rot="10800000">
              <a:off x="6096000" y="5581658"/>
              <a:ext cx="1289304" cy="0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xmlns="" id="{6B610643-B9D7-47CE-A7CB-B9CCD3CD8FA8}"/>
                </a:ext>
              </a:extLst>
            </p:cNvPr>
            <p:cNvCxnSpPr/>
            <p:nvPr userDrawn="1"/>
          </p:nvCxnSpPr>
          <p:spPr>
            <a:xfrm rot="10800000">
              <a:off x="6124574" y="4318547"/>
              <a:ext cx="0" cy="1289304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xmlns="" id="{FD5A3C11-7D7D-4F56-AD42-B05E22605450}"/>
              </a:ext>
            </a:extLst>
          </p:cNvPr>
          <p:cNvGrpSpPr/>
          <p:nvPr userDrawn="1"/>
        </p:nvGrpSpPr>
        <p:grpSpPr>
          <a:xfrm>
            <a:off x="9186536" y="1826589"/>
            <a:ext cx="1317195" cy="1289304"/>
            <a:chOff x="9186536" y="1826589"/>
            <a:chExt cx="1317195" cy="1289304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xmlns="" id="{AE22F721-DD17-46CD-B07A-480AE5C6FBF5}"/>
                </a:ext>
              </a:extLst>
            </p:cNvPr>
            <p:cNvCxnSpPr/>
            <p:nvPr userDrawn="1"/>
          </p:nvCxnSpPr>
          <p:spPr>
            <a:xfrm>
              <a:off x="9186536" y="1852994"/>
              <a:ext cx="1289304" cy="0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xmlns="" id="{79819D75-3C3B-47C6-AF1A-F45AC9C64A9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0503731" y="1826589"/>
              <a:ext cx="0" cy="1289304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Picture Placeholder 22">
            <a:extLst>
              <a:ext uri="{FF2B5EF4-FFF2-40B4-BE49-F238E27FC236}">
                <a16:creationId xmlns:a16="http://schemas.microsoft.com/office/drawing/2014/main" xmlns="" id="{389934E0-CD8C-4C82-BB51-48A9619AC138}"/>
              </a:ext>
            </a:extLst>
          </p:cNvPr>
          <p:cNvSpPr>
            <a:spLocks noGrp="1"/>
          </p:cNvSpPr>
          <p:nvPr userDrawn="1">
            <p:ph type="pic" sz="quarter" idx="11" hasCustomPrompt="1"/>
          </p:nvPr>
        </p:nvSpPr>
        <p:spPr>
          <a:xfrm>
            <a:off x="10185400" y="4768850"/>
            <a:ext cx="1770063" cy="122237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 dirty="0"/>
              <a:t>Area Reserved for inset video</a:t>
            </a:r>
            <a:endParaRPr lang="en-IN" dirty="0"/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xmlns="" id="{6DCD2EC6-4AE2-4605-9670-EE79E1A4BD8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9121" y="2353632"/>
            <a:ext cx="5400675" cy="38956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None/>
              <a:defRPr lang="en-US" sz="2000" b="1" kern="12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xmlns="" id="{54CB8A54-9CBD-40B9-88A7-3B0B2FB6BA5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9121" y="2743200"/>
            <a:ext cx="5400675" cy="38956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lang="en-US" sz="1800" b="0" kern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1822424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s with H-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xmlns="" id="{A79CA459-DE5F-4F1A-AAFC-B0824B0DB5E3}"/>
              </a:ext>
            </a:extLst>
          </p:cNvPr>
          <p:cNvSpPr>
            <a:spLocks noGrp="1"/>
          </p:cNvSpPr>
          <p:nvPr userDrawn="1">
            <p:ph type="pic" sz="quarter" idx="12" hasCustomPrompt="1"/>
          </p:nvPr>
        </p:nvSpPr>
        <p:spPr>
          <a:xfrm>
            <a:off x="6153148" y="1883836"/>
            <a:ext cx="4322692" cy="280591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on icon to add pictures</a:t>
            </a:r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7812EC6F-E89D-0AC7-A761-B1023C3E87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121" y="453875"/>
            <a:ext cx="9137098" cy="58750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3600" b="1" kern="12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r>
              <a:rPr lang="en-US" dirty="0"/>
              <a:t>Header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BBB91498-2249-4872-68A4-05066A2D0C1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5991166"/>
            <a:ext cx="10515600" cy="676762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Do not type anything in this area, as it is reserved for the caption.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94D008F4-334F-453F-AFA1-C8D15F2524EA}"/>
              </a:ext>
            </a:extLst>
          </p:cNvPr>
          <p:cNvSpPr/>
          <p:nvPr userDrawn="1"/>
        </p:nvSpPr>
        <p:spPr>
          <a:xfrm>
            <a:off x="0" y="6667928"/>
            <a:ext cx="12192000" cy="1900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xmlns="" id="{D0FF8217-211C-4647-A5FC-232CD898B9F8}"/>
              </a:ext>
            </a:extLst>
          </p:cNvPr>
          <p:cNvCxnSpPr>
            <a:cxnSpLocks/>
          </p:cNvCxnSpPr>
          <p:nvPr userDrawn="1"/>
        </p:nvCxnSpPr>
        <p:spPr>
          <a:xfrm>
            <a:off x="0" y="1284270"/>
            <a:ext cx="9842643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1">
            <a:extLst>
              <a:ext uri="{FF2B5EF4-FFF2-40B4-BE49-F238E27FC236}">
                <a16:creationId xmlns:a16="http://schemas.microsoft.com/office/drawing/2014/main" xmlns="" id="{60EFD52D-71BD-4D6E-8493-A06A442AF56E}"/>
              </a:ext>
            </a:extLst>
          </p:cNvPr>
          <p:cNvSpPr txBox="1">
            <a:spLocks/>
          </p:cNvSpPr>
          <p:nvPr userDrawn="1"/>
        </p:nvSpPr>
        <p:spPr>
          <a:xfrm>
            <a:off x="0" y="-7314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58775"/>
            <a:endParaRPr lang="en-IN" b="1" dirty="0">
              <a:solidFill>
                <a:srgbClr val="00B050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xmlns="" id="{D6056BB0-9A3C-4DD1-9BAE-C7F27161A882}"/>
              </a:ext>
            </a:extLst>
          </p:cNvPr>
          <p:cNvGrpSpPr/>
          <p:nvPr userDrawn="1"/>
        </p:nvGrpSpPr>
        <p:grpSpPr>
          <a:xfrm>
            <a:off x="6096000" y="3461297"/>
            <a:ext cx="1289304" cy="1289304"/>
            <a:chOff x="6096000" y="4318547"/>
            <a:chExt cx="1289304" cy="1289304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xmlns="" id="{96FDE5DC-6184-4385-813D-B8E965370C55}"/>
                </a:ext>
              </a:extLst>
            </p:cNvPr>
            <p:cNvCxnSpPr/>
            <p:nvPr userDrawn="1"/>
          </p:nvCxnSpPr>
          <p:spPr>
            <a:xfrm rot="10800000">
              <a:off x="6096000" y="5581658"/>
              <a:ext cx="1289304" cy="0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xmlns="" id="{6B610643-B9D7-47CE-A7CB-B9CCD3CD8FA8}"/>
                </a:ext>
              </a:extLst>
            </p:cNvPr>
            <p:cNvCxnSpPr/>
            <p:nvPr userDrawn="1"/>
          </p:nvCxnSpPr>
          <p:spPr>
            <a:xfrm rot="10800000">
              <a:off x="6124574" y="4318547"/>
              <a:ext cx="0" cy="1289304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xmlns="" id="{FD5A3C11-7D7D-4F56-AD42-B05E22605450}"/>
              </a:ext>
            </a:extLst>
          </p:cNvPr>
          <p:cNvGrpSpPr/>
          <p:nvPr userDrawn="1"/>
        </p:nvGrpSpPr>
        <p:grpSpPr>
          <a:xfrm>
            <a:off x="9186536" y="1826589"/>
            <a:ext cx="1317195" cy="1289304"/>
            <a:chOff x="9186536" y="1826589"/>
            <a:chExt cx="1317195" cy="1289304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xmlns="" id="{AE22F721-DD17-46CD-B07A-480AE5C6FBF5}"/>
                </a:ext>
              </a:extLst>
            </p:cNvPr>
            <p:cNvCxnSpPr/>
            <p:nvPr userDrawn="1"/>
          </p:nvCxnSpPr>
          <p:spPr>
            <a:xfrm>
              <a:off x="9186536" y="1852994"/>
              <a:ext cx="1289304" cy="0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xmlns="" id="{79819D75-3C3B-47C6-AF1A-F45AC9C64A9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0503731" y="1826589"/>
              <a:ext cx="0" cy="1289304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412EA0C0-1545-44A5-BA07-302622F2047F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359121" y="2035843"/>
            <a:ext cx="5400675" cy="2501900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lang="en-US" sz="1800" kern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  <a:p>
            <a:r>
              <a:rPr lang="en-US" dirty="0"/>
              <a:t>Lorem ipsum</a:t>
            </a:r>
          </a:p>
          <a:p>
            <a:r>
              <a:rPr lang="en-US" dirty="0"/>
              <a:t>Lorem ipsum</a:t>
            </a:r>
          </a:p>
          <a:p>
            <a:r>
              <a:rPr lang="en-US" dirty="0"/>
              <a:t>Lorem ipsum</a:t>
            </a:r>
          </a:p>
          <a:p>
            <a:endParaRPr lang="en-US" dirty="0"/>
          </a:p>
        </p:txBody>
      </p:sp>
      <p:sp>
        <p:nvSpPr>
          <p:cNvPr id="26" name="Picture Placeholder 22">
            <a:extLst>
              <a:ext uri="{FF2B5EF4-FFF2-40B4-BE49-F238E27FC236}">
                <a16:creationId xmlns:a16="http://schemas.microsoft.com/office/drawing/2014/main" xmlns="" id="{389934E0-CD8C-4C82-BB51-48A9619AC138}"/>
              </a:ext>
            </a:extLst>
          </p:cNvPr>
          <p:cNvSpPr>
            <a:spLocks noGrp="1"/>
          </p:cNvSpPr>
          <p:nvPr userDrawn="1">
            <p:ph type="pic" sz="quarter" idx="11" hasCustomPrompt="1"/>
          </p:nvPr>
        </p:nvSpPr>
        <p:spPr>
          <a:xfrm>
            <a:off x="10185400" y="4768850"/>
            <a:ext cx="1770063" cy="122237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 dirty="0"/>
              <a:t>Area Reserved for inset video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22079442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BBB91498-2249-4872-68A4-05066A2D0C1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5991166"/>
            <a:ext cx="10515600" cy="676762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Do not type anything in this area, as it is reserved for the caption.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94D008F4-334F-453F-AFA1-C8D15F2524EA}"/>
              </a:ext>
            </a:extLst>
          </p:cNvPr>
          <p:cNvSpPr/>
          <p:nvPr userDrawn="1"/>
        </p:nvSpPr>
        <p:spPr>
          <a:xfrm>
            <a:off x="0" y="6667928"/>
            <a:ext cx="12192000" cy="1900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xmlns="" id="{D0FF8217-211C-4647-A5FC-232CD898B9F8}"/>
              </a:ext>
            </a:extLst>
          </p:cNvPr>
          <p:cNvCxnSpPr>
            <a:cxnSpLocks/>
          </p:cNvCxnSpPr>
          <p:nvPr userDrawn="1"/>
        </p:nvCxnSpPr>
        <p:spPr>
          <a:xfrm>
            <a:off x="0" y="1284270"/>
            <a:ext cx="9842643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1">
            <a:extLst>
              <a:ext uri="{FF2B5EF4-FFF2-40B4-BE49-F238E27FC236}">
                <a16:creationId xmlns:a16="http://schemas.microsoft.com/office/drawing/2014/main" xmlns="" id="{60EFD52D-71BD-4D6E-8493-A06A442AF56E}"/>
              </a:ext>
            </a:extLst>
          </p:cNvPr>
          <p:cNvSpPr txBox="1">
            <a:spLocks/>
          </p:cNvSpPr>
          <p:nvPr userDrawn="1"/>
        </p:nvSpPr>
        <p:spPr>
          <a:xfrm>
            <a:off x="0" y="32442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58775"/>
            <a:endParaRPr lang="en-IN" b="1" dirty="0">
              <a:solidFill>
                <a:srgbClr val="00B050"/>
              </a:solidFill>
            </a:endParaRP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xmlns="" id="{2E3162AD-7B7B-4601-A7F5-13C4577052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8775" y="1593955"/>
            <a:ext cx="9137444" cy="4190687"/>
          </a:xfrm>
          <a:prstGeom prst="rect">
            <a:avLst/>
          </a:prstGeom>
        </p:spPr>
        <p:txBody>
          <a:bodyPr>
            <a:normAutofit/>
          </a:bodyPr>
          <a:lstStyle>
            <a:lvl1pPr marL="285750" marR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50"/>
              </a:buClr>
              <a:buSzTx/>
              <a:buFont typeface="Wingdings" panose="05000000000000000000" pitchFamily="2" charset="2"/>
              <a:buChar char="§"/>
              <a:tabLst/>
              <a:defRPr lang="en-US" sz="1800" kern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endParaRPr lang="en-US" dirty="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5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endParaRPr lang="en-US" dirty="0"/>
          </a:p>
          <a:p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xmlns="" id="{0519280C-517B-4F4A-AD31-E885447E1D7D}"/>
              </a:ext>
            </a:extLst>
          </p:cNvPr>
          <p:cNvSpPr/>
          <p:nvPr userDrawn="1"/>
        </p:nvSpPr>
        <p:spPr>
          <a:xfrm>
            <a:off x="358917" y="416162"/>
            <a:ext cx="2183611" cy="5909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sz="3600" b="1" kern="12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rPr>
              <a:t>Summary</a:t>
            </a:r>
            <a:endParaRPr lang="en-IN" sz="3600" b="1" kern="1200" dirty="0">
              <a:solidFill>
                <a:srgbClr val="00B050"/>
              </a:solidFill>
              <a:latin typeface="Roboto" panose="02000000000000000000" pitchFamily="2" charset="0"/>
              <a:ea typeface="Roboto" panose="02000000000000000000" pitchFamily="2" charset="0"/>
              <a:cs typeface="+mj-cs"/>
            </a:endParaRPr>
          </a:p>
        </p:txBody>
      </p:sp>
      <p:sp>
        <p:nvSpPr>
          <p:cNvPr id="10" name="Picture Placeholder 22">
            <a:extLst>
              <a:ext uri="{FF2B5EF4-FFF2-40B4-BE49-F238E27FC236}">
                <a16:creationId xmlns:a16="http://schemas.microsoft.com/office/drawing/2014/main" xmlns="" id="{4C789902-3498-444F-888A-CD8E960A75DA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0185400" y="4768850"/>
            <a:ext cx="1770063" cy="122237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 dirty="0"/>
              <a:t>Area Reserved for inset video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187704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0" grpId="0"/>
    </p:bld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LA Logo start and 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94D008F4-334F-453F-AFA1-C8D15F2524EA}"/>
              </a:ext>
            </a:extLst>
          </p:cNvPr>
          <p:cNvSpPr/>
          <p:nvPr userDrawn="1"/>
        </p:nvSpPr>
        <p:spPr>
          <a:xfrm>
            <a:off x="0" y="6697746"/>
            <a:ext cx="12192000" cy="1900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77B14931-B1C9-481D-A12E-67817E6ECD19}"/>
              </a:ext>
            </a:extLst>
          </p:cNvPr>
          <p:cNvSpPr/>
          <p:nvPr userDrawn="1"/>
        </p:nvSpPr>
        <p:spPr>
          <a:xfrm>
            <a:off x="0" y="0"/>
            <a:ext cx="12192000" cy="669774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B8C40B09-EF0A-40AA-B833-35019707ADC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190996" y="3017519"/>
            <a:ext cx="3810008" cy="822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42264780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BC1B16E8-8992-B39B-527E-7E2267D245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B94E762-59DB-4A56-B671-6707C2ACF63B}" type="datetimeFigureOut">
              <a:rPr lang="en-IN" smtClean="0"/>
              <a:pPr/>
              <a:t>05-04-2026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624BA001-1173-3B81-16E7-A1CABA0F41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BE1E256B-6739-E4D3-25B2-A3D4670D3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30CE178-C5E0-487A-BEDA-02254E864867}" type="slidenum">
              <a:rPr lang="en-IN" smtClean="0"/>
              <a:pPr/>
              <a:t>‹#›</a:t>
            </a:fld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E5C22FAF-F747-40D1-9697-6B119C1E0E5B}"/>
              </a:ext>
            </a:extLst>
          </p:cNvPr>
          <p:cNvSpPr/>
          <p:nvPr userDrawn="1"/>
        </p:nvSpPr>
        <p:spPr>
          <a:xfrm>
            <a:off x="-99391" y="-45719"/>
            <a:ext cx="12423913" cy="6903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562ADEEB-5BA3-4C4B-BD02-E7EDE90FF541}"/>
              </a:ext>
            </a:extLst>
          </p:cNvPr>
          <p:cNvSpPr/>
          <p:nvPr userDrawn="1"/>
        </p:nvSpPr>
        <p:spPr>
          <a:xfrm>
            <a:off x="0" y="6697746"/>
            <a:ext cx="12192000" cy="1900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16746F02-3F1E-4264-B2CD-33C59ED11B12}"/>
              </a:ext>
            </a:extLst>
          </p:cNvPr>
          <p:cNvSpPr/>
          <p:nvPr userDrawn="1"/>
        </p:nvSpPr>
        <p:spPr>
          <a:xfrm>
            <a:off x="1557130" y="1059022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Video Title: Roboto, Bold, 44</a:t>
            </a:r>
          </a:p>
          <a:p>
            <a:r>
              <a:rPr lang="en-US" dirty="0"/>
              <a:t>Top Heading 1: Roboto, Bold, 36</a:t>
            </a:r>
          </a:p>
          <a:p>
            <a:r>
              <a:rPr lang="en-US" dirty="0"/>
              <a:t>Sub- Heading 2: Roboto, Bold, 20</a:t>
            </a:r>
          </a:p>
          <a:p>
            <a:r>
              <a:rPr lang="en-US" dirty="0"/>
              <a:t>Body Text: Roboto, 18</a:t>
            </a:r>
          </a:p>
        </p:txBody>
      </p:sp>
    </p:spTree>
    <p:extLst>
      <p:ext uri="{BB962C8B-B14F-4D97-AF65-F5344CB8AC3E}">
        <p14:creationId xmlns:p14="http://schemas.microsoft.com/office/powerpoint/2010/main" xmlns="" val="6247619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D89EBD0A-0020-4F1B-8C0B-2A6D21CB67FA}"/>
              </a:ext>
            </a:extLst>
          </p:cNvPr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9780094" y="430902"/>
            <a:ext cx="2282687" cy="493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5235623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63" r:id="rId2"/>
    <p:sldLayoutId id="2147483672" r:id="rId3"/>
    <p:sldLayoutId id="2147483680" r:id="rId4"/>
    <p:sldLayoutId id="2147483676" r:id="rId5"/>
    <p:sldLayoutId id="2147483677" r:id="rId6"/>
    <p:sldLayoutId id="2147483661" r:id="rId7"/>
    <p:sldLayoutId id="2147483678" r:id="rId8"/>
    <p:sldLayoutId id="2147483673" r:id="rId9"/>
    <p:sldLayoutId id="2147483674" r:id="rId10"/>
    <p:sldLayoutId id="2147483679" r:id="rId11"/>
    <p:sldLayoutId id="2147483675" r:id="rId12"/>
    <p:sldLayoutId id="2147483664" r:id="rId13"/>
    <p:sldLayoutId id="2147483671" r:id="rId14"/>
    <p:sldLayoutId id="2147483655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visualgo.net/en/sorting?slide=2-2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sachin365123/Applies-Data-Structure-and-Application-GLA-Online-Sessions-Jan---Jun-2026" TargetMode="Externa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52265" y="492257"/>
            <a:ext cx="8087470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 smtClean="0">
                <a:latin typeface="Roboto"/>
              </a:rPr>
              <a:t>Applies Data Structure and Application</a:t>
            </a:r>
          </a:p>
          <a:p>
            <a:pPr algn="ctr"/>
            <a:endParaRPr lang="en-US" sz="3600" dirty="0" smtClean="0">
              <a:latin typeface="Roboto"/>
            </a:endParaRPr>
          </a:p>
          <a:p>
            <a:pPr algn="ctr"/>
            <a:r>
              <a:rPr lang="en-US" b="1" dirty="0" smtClean="0">
                <a:solidFill>
                  <a:srgbClr val="00B050"/>
                </a:solidFill>
              </a:rPr>
              <a:t>Dr </a:t>
            </a:r>
            <a:r>
              <a:rPr lang="en-US" b="1" dirty="0" err="1" smtClean="0">
                <a:solidFill>
                  <a:srgbClr val="00B050"/>
                </a:solidFill>
              </a:rPr>
              <a:t>Sachin</a:t>
            </a:r>
            <a:r>
              <a:rPr lang="en-US" b="1" dirty="0" smtClean="0">
                <a:solidFill>
                  <a:srgbClr val="00B050"/>
                </a:solidFill>
              </a:rPr>
              <a:t> K </a:t>
            </a:r>
            <a:r>
              <a:rPr lang="en-US" b="1" dirty="0" err="1" smtClean="0">
                <a:solidFill>
                  <a:srgbClr val="00B050"/>
                </a:solidFill>
              </a:rPr>
              <a:t>Saxena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err="1" smtClean="0"/>
              <a:t>Sr</a:t>
            </a:r>
            <a:r>
              <a:rPr lang="en-US" dirty="0" smtClean="0"/>
              <a:t> Data Analyst, Portugal, MNC</a:t>
            </a:r>
          </a:p>
          <a:p>
            <a:pPr algn="ctr"/>
            <a:r>
              <a:rPr lang="en-US" dirty="0" smtClean="0"/>
              <a:t>Ex-</a:t>
            </a:r>
            <a:r>
              <a:rPr lang="en-US" dirty="0" err="1" smtClean="0"/>
              <a:t>Sr</a:t>
            </a:r>
            <a:r>
              <a:rPr lang="en-US" dirty="0" smtClean="0"/>
              <a:t> Software Engineer - Data Scientist</a:t>
            </a:r>
          </a:p>
          <a:p>
            <a:pPr algn="ctr"/>
            <a:endParaRPr lang="en-US" sz="3600" dirty="0">
              <a:latin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2808090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0316" y="2817845"/>
            <a:ext cx="5911368" cy="1042984"/>
          </a:xfrm>
        </p:spPr>
        <p:txBody>
          <a:bodyPr>
            <a:normAutofit fontScale="90000"/>
          </a:bodyPr>
          <a:lstStyle/>
          <a:p>
            <a:r>
              <a:rPr lang="en-US" dirty="0"/>
              <a:t/>
            </a:r>
            <a:br>
              <a:rPr lang="en-US" dirty="0"/>
            </a:br>
            <a:endParaRPr lang="en-IN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377571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DCBC1EE-8DE7-F8C6-2532-F1D6FA7B1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D39A056E-EB1C-0D34-9A78-7C519852A3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8986177A-9A0A-F174-FF1B-DBD9E85D24E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buFont typeface="Arial" pitchFamily="34" charset="0"/>
              <a:buChar char="•"/>
            </a:pPr>
            <a:r>
              <a:rPr b="1" smtClean="0"/>
              <a:t> Sorting</a:t>
            </a:r>
            <a:r>
              <a:rPr smtClean="0"/>
              <a:t>: Bubble </a:t>
            </a:r>
            <a:r>
              <a:rPr smtClean="0"/>
              <a:t>Sort</a:t>
            </a:r>
          </a:p>
          <a:p>
            <a:pPr>
              <a:buFont typeface="Arial" pitchFamily="34" charset="0"/>
              <a:buChar char="•"/>
            </a:pPr>
            <a:r>
              <a:rPr smtClean="0"/>
              <a:t> Selection Sort</a:t>
            </a:r>
          </a:p>
          <a:p>
            <a:pPr>
              <a:buFont typeface="Arial" pitchFamily="34" charset="0"/>
              <a:buChar char="•"/>
            </a:pPr>
            <a:r>
              <a:rPr smtClean="0"/>
              <a:t> </a:t>
            </a:r>
            <a:r>
              <a:rPr smtClean="0"/>
              <a:t>Insertion Sort</a:t>
            </a:r>
          </a:p>
          <a:p>
            <a:pPr>
              <a:buFont typeface="Arial" pitchFamily="34" charset="0"/>
              <a:buChar char="•"/>
            </a:pPr>
            <a:r>
              <a:rPr smtClean="0"/>
              <a:t> </a:t>
            </a:r>
            <a:r>
              <a:rPr smtClean="0"/>
              <a:t>Merge Sort</a:t>
            </a:r>
          </a:p>
          <a:p>
            <a:pPr>
              <a:buFont typeface="Arial" pitchFamily="34" charset="0"/>
              <a:buChar char="•"/>
            </a:pPr>
            <a:r>
              <a:rPr smtClean="0"/>
              <a:t> </a:t>
            </a:r>
            <a:r>
              <a:rPr smtClean="0"/>
              <a:t>Quick Sort</a:t>
            </a:r>
          </a:p>
          <a:p>
            <a:pPr>
              <a:buFont typeface="Arial" pitchFamily="34" charset="0"/>
              <a:buChar char="•"/>
            </a:pPr>
            <a:r>
              <a:rPr smtClean="0"/>
              <a:t> </a:t>
            </a:r>
            <a:r>
              <a:rPr smtClean="0"/>
              <a:t>Heap Sort</a:t>
            </a:r>
          </a:p>
          <a:p>
            <a:pPr>
              <a:buFont typeface="Arial" pitchFamily="34" charset="0"/>
              <a:buChar char="•"/>
            </a:pPr>
            <a:r>
              <a:rPr smtClean="0"/>
              <a:t> </a:t>
            </a:r>
            <a:r>
              <a:rPr smtClean="0"/>
              <a:t>Radix Sort</a:t>
            </a:r>
          </a:p>
          <a:p>
            <a:pPr>
              <a:buFont typeface="Arial" pitchFamily="34" charset="0"/>
              <a:buChar char="•"/>
            </a:pPr>
            <a:r>
              <a:rPr smtClean="0"/>
              <a:t> </a:t>
            </a:r>
            <a:r>
              <a:rPr smtClean="0"/>
              <a:t>Shell Sort</a:t>
            </a:r>
            <a:endParaRPr smtClean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xmlns="" id="{515D149A-6DDC-75C8-A31D-A129A9CCF4D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973648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DCBC1EE-8DE7-F8C6-2532-F1D6FA7B1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Sorting:</a:t>
            </a:r>
            <a:r>
              <a:rPr lang="en-US" dirty="0" smtClean="0"/>
              <a:t> </a:t>
            </a:r>
            <a:r>
              <a:rPr lang="en-US" dirty="0" smtClean="0"/>
              <a:t>Definition and Processes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D39A056E-EB1C-0D34-9A78-7C519852A3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xmlns="" id="{515D149A-6DDC-75C8-A31D-A129A9CCF4D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xmlns="" id="{8986177A-9A0A-F174-FF1B-DBD9E85D24E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8775" y="1500188"/>
            <a:ext cx="9137444" cy="4175125"/>
          </a:xfrm>
        </p:spPr>
        <p:txBody>
          <a:bodyPr/>
          <a:lstStyle/>
          <a:p>
            <a:pPr>
              <a:buFont typeface="Arial" pitchFamily="34" charset="0"/>
              <a:buChar char="•"/>
            </a:pPr>
            <a:r>
              <a:rPr smtClean="0"/>
              <a:t> </a:t>
            </a:r>
            <a:r>
              <a:rPr smtClean="0"/>
              <a:t>Sorting is the process of arranging data in a specific order, typically ascending or descending, to improve data organization and search efficiency. </a:t>
            </a:r>
            <a:endParaRPr smtClean="0"/>
          </a:p>
          <a:p>
            <a:pPr>
              <a:buFont typeface="Arial" pitchFamily="34" charset="0"/>
              <a:buChar char="•"/>
            </a:pPr>
            <a:endParaRPr smtClean="0"/>
          </a:p>
          <a:p>
            <a:pPr>
              <a:buFont typeface="Arial" pitchFamily="34" charset="0"/>
              <a:buChar char="•"/>
            </a:pPr>
            <a:r>
              <a:rPr smtClean="0"/>
              <a:t> </a:t>
            </a:r>
            <a:r>
              <a:rPr smtClean="0">
                <a:hlinkClick r:id="rId2"/>
              </a:rPr>
              <a:t>Sorting (Bubble, Selection, Insertion, Merge, Quick, Counting, Radix) </a:t>
            </a:r>
            <a:r>
              <a:rPr lang="en-US" dirty="0" smtClean="0">
                <a:hlinkClick r:id="rId2"/>
              </a:rPr>
              <a:t>–</a:t>
            </a:r>
            <a:r>
              <a:rPr smtClean="0">
                <a:hlinkClick r:id="rId2"/>
              </a:rPr>
              <a:t> VisuAlgo</a:t>
            </a:r>
            <a:r>
              <a:rPr smtClean="0"/>
              <a:t>:</a:t>
            </a:r>
          </a:p>
          <a:p>
            <a:pPr>
              <a:buFont typeface="Arial" pitchFamily="34" charset="0"/>
              <a:buChar char="•"/>
            </a:pPr>
            <a:r>
              <a:rPr smtClean="0"/>
              <a:t>   https</a:t>
            </a:r>
            <a:r>
              <a:rPr smtClean="0"/>
              <a:t>://visualgo.net/en/sorting?slide=2-2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973648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DCBC1EE-8DE7-F8C6-2532-F1D6FA7B1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Sorting:</a:t>
            </a:r>
            <a:r>
              <a:rPr lang="en-US" dirty="0" smtClean="0"/>
              <a:t> </a:t>
            </a:r>
            <a:r>
              <a:rPr lang="en-US" dirty="0" smtClean="0"/>
              <a:t>Definition and Processes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D39A056E-EB1C-0D34-9A78-7C519852A3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xmlns="" id="{515D149A-6DDC-75C8-A31D-A129A9CCF4D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xmlns="" id="{8986177A-9A0A-F174-FF1B-DBD9E85D24E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8775" y="1500188"/>
            <a:ext cx="9137444" cy="4175125"/>
          </a:xfrm>
        </p:spPr>
        <p:txBody>
          <a:bodyPr/>
          <a:lstStyle/>
          <a:p>
            <a:pPr>
              <a:buFont typeface="Arial" pitchFamily="34" charset="0"/>
              <a:buChar char="•"/>
            </a:pPr>
            <a:r>
              <a:rPr b="1" smtClean="0"/>
              <a:t>– </a:t>
            </a:r>
            <a:r>
              <a:rPr b="1" smtClean="0"/>
              <a:t>Role of sorting in Modern World:</a:t>
            </a:r>
          </a:p>
          <a:p>
            <a:pPr>
              <a:buFont typeface="Arial" pitchFamily="34" charset="0"/>
              <a:buChar char="•"/>
            </a:pPr>
            <a:r>
              <a:rPr smtClean="0"/>
              <a:t>– </a:t>
            </a:r>
            <a:r>
              <a:rPr smtClean="0"/>
              <a:t>Enormous </a:t>
            </a:r>
            <a:r>
              <a:rPr smtClean="0"/>
              <a:t>amount of data </a:t>
            </a:r>
            <a:endParaRPr smtClean="0"/>
          </a:p>
          <a:p>
            <a:pPr>
              <a:buFont typeface="Arial" pitchFamily="34" charset="0"/>
              <a:buChar char="•"/>
            </a:pPr>
            <a:r>
              <a:rPr smtClean="0"/>
              <a:t>– </a:t>
            </a:r>
            <a:r>
              <a:rPr smtClean="0"/>
              <a:t>E-commerce (Amazon, Ebay</a:t>
            </a:r>
            <a:r>
              <a:rPr smtClean="0"/>
              <a:t>)</a:t>
            </a:r>
          </a:p>
          <a:p>
            <a:pPr>
              <a:buFont typeface="Arial" pitchFamily="34" charset="0"/>
              <a:buChar char="•"/>
            </a:pPr>
            <a:r>
              <a:rPr smtClean="0"/>
              <a:t>– </a:t>
            </a:r>
            <a:r>
              <a:rPr smtClean="0"/>
              <a:t>Network traffic (telecom billing, monitoring</a:t>
            </a:r>
            <a:r>
              <a:rPr smtClean="0"/>
              <a:t>)</a:t>
            </a:r>
          </a:p>
          <a:p>
            <a:pPr>
              <a:buFont typeface="Arial" pitchFamily="34" charset="0"/>
              <a:buChar char="•"/>
            </a:pPr>
            <a:r>
              <a:rPr smtClean="0"/>
              <a:t>– </a:t>
            </a:r>
            <a:r>
              <a:rPr smtClean="0"/>
              <a:t>Database transactions (Sales, inventory</a:t>
            </a:r>
            <a:r>
              <a:rPr smtClean="0"/>
              <a:t>)</a:t>
            </a:r>
          </a:p>
          <a:p>
            <a:pPr>
              <a:buFont typeface="Arial" pitchFamily="34" charset="0"/>
              <a:buChar char="•"/>
            </a:pPr>
            <a:r>
              <a:rPr smtClean="0"/>
              <a:t>– </a:t>
            </a:r>
            <a:r>
              <a:rPr smtClean="0"/>
              <a:t>Scientific measurements (astrophysics, geology</a:t>
            </a:r>
            <a:r>
              <a:rPr smtClean="0"/>
              <a:t>)</a:t>
            </a:r>
          </a:p>
          <a:p>
            <a:pPr>
              <a:buFont typeface="Arial" pitchFamily="34" charset="0"/>
              <a:buChar char="•"/>
            </a:pPr>
            <a:r>
              <a:rPr smtClean="0"/>
              <a:t>– </a:t>
            </a:r>
            <a:r>
              <a:rPr smtClean="0"/>
              <a:t>Sensor networks. RFID </a:t>
            </a:r>
            <a:r>
              <a:rPr smtClean="0"/>
              <a:t>tags</a:t>
            </a:r>
          </a:p>
          <a:p>
            <a:pPr>
              <a:buFont typeface="Arial" pitchFamily="34" charset="0"/>
              <a:buChar char="•"/>
            </a:pPr>
            <a:r>
              <a:rPr smtClean="0"/>
              <a:t>– </a:t>
            </a:r>
            <a:r>
              <a:rPr smtClean="0"/>
              <a:t>Bioinformatics (genome, protein bank)</a:t>
            </a:r>
            <a:endParaRPr lang="en-US" dirty="0"/>
          </a:p>
        </p:txBody>
      </p:sp>
      <p:pic>
        <p:nvPicPr>
          <p:cNvPr id="21506" name="Picture 2" descr="10 Best Sorting Algorithms You Must Know About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41014" y="1581792"/>
            <a:ext cx="5501117" cy="309437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2973648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DCBC1EE-8DE7-F8C6-2532-F1D6FA7B1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Sorting:</a:t>
            </a:r>
            <a:r>
              <a:rPr lang="en-US" dirty="0" smtClean="0"/>
              <a:t> </a:t>
            </a:r>
            <a:r>
              <a:rPr lang="en-US" dirty="0" smtClean="0"/>
              <a:t>Definition and Processes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D39A056E-EB1C-0D34-9A78-7C519852A3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xmlns="" id="{515D149A-6DDC-75C8-A31D-A129A9CCF4D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xmlns="" id="{8986177A-9A0A-F174-FF1B-DBD9E85D24E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8775" y="1500188"/>
            <a:ext cx="9137444" cy="4175125"/>
          </a:xfrm>
        </p:spPr>
        <p:txBody>
          <a:bodyPr/>
          <a:lstStyle/>
          <a:p>
            <a:pPr>
              <a:buFont typeface="Arial" pitchFamily="34" charset="0"/>
              <a:buChar char="•"/>
            </a:pPr>
            <a:r>
              <a:rPr b="1" smtClean="0"/>
              <a:t>– </a:t>
            </a:r>
            <a:r>
              <a:rPr b="1" smtClean="0"/>
              <a:t>Role of sorting in Modern World:</a:t>
            </a:r>
          </a:p>
          <a:p>
            <a:pPr>
              <a:buFont typeface="Arial" pitchFamily="34" charset="0"/>
              <a:buChar char="•"/>
            </a:pPr>
            <a:r>
              <a:rPr smtClean="0"/>
              <a:t>– Communication in the Internet </a:t>
            </a:r>
            <a:endParaRPr smtClean="0"/>
          </a:p>
          <a:p>
            <a:pPr>
              <a:buFont typeface="Arial" pitchFamily="34" charset="0"/>
              <a:buChar char="•"/>
            </a:pPr>
            <a:r>
              <a:rPr smtClean="0"/>
              <a:t>• </a:t>
            </a:r>
            <a:r>
              <a:rPr smtClean="0"/>
              <a:t>Message (email, ftp) broken down into IP packets. </a:t>
            </a:r>
            <a:endParaRPr smtClean="0"/>
          </a:p>
          <a:p>
            <a:pPr>
              <a:buFont typeface="Arial" pitchFamily="34" charset="0"/>
              <a:buChar char="•"/>
            </a:pPr>
            <a:r>
              <a:rPr smtClean="0"/>
              <a:t>• </a:t>
            </a:r>
            <a:r>
              <a:rPr smtClean="0"/>
              <a:t>Sender/receiver identified by IP address. </a:t>
            </a:r>
            <a:endParaRPr smtClean="0"/>
          </a:p>
          <a:p>
            <a:pPr>
              <a:buFont typeface="Arial" pitchFamily="34" charset="0"/>
              <a:buChar char="•"/>
            </a:pPr>
            <a:r>
              <a:rPr smtClean="0"/>
              <a:t>• </a:t>
            </a:r>
            <a:r>
              <a:rPr smtClean="0"/>
              <a:t>The packets are routed through the Internet by special computers called Routers. </a:t>
            </a:r>
            <a:endParaRPr smtClean="0"/>
          </a:p>
          <a:p>
            <a:pPr>
              <a:buFont typeface="Arial" pitchFamily="34" charset="0"/>
              <a:buChar char="•"/>
            </a:pPr>
            <a:r>
              <a:rPr smtClean="0"/>
              <a:t>• </a:t>
            </a:r>
            <a:r>
              <a:rPr smtClean="0"/>
              <a:t>Each packet is stamped with its destination address, but not the route. </a:t>
            </a:r>
            <a:endParaRPr smtClean="0"/>
          </a:p>
          <a:p>
            <a:pPr>
              <a:buFont typeface="Arial" pitchFamily="34" charset="0"/>
              <a:buChar char="•"/>
            </a:pPr>
            <a:r>
              <a:rPr smtClean="0"/>
              <a:t>• </a:t>
            </a:r>
            <a:r>
              <a:rPr smtClean="0"/>
              <a:t>Because the Internet topology and network load is constantly changing, routers must discover routes dynamically. </a:t>
            </a:r>
            <a:endParaRPr smtClean="0"/>
          </a:p>
          <a:p>
            <a:pPr>
              <a:buFont typeface="Arial" pitchFamily="34" charset="0"/>
              <a:buChar char="•"/>
            </a:pPr>
            <a:r>
              <a:rPr smtClean="0"/>
              <a:t>• </a:t>
            </a:r>
            <a:r>
              <a:rPr smtClean="0"/>
              <a:t>What should the Routing Table look like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973648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DCBC1EE-8DE7-F8C6-2532-F1D6FA7B1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Sorting:</a:t>
            </a:r>
            <a:r>
              <a:rPr lang="en-US" dirty="0" smtClean="0"/>
              <a:t> </a:t>
            </a:r>
            <a:r>
              <a:rPr lang="en-US" dirty="0" smtClean="0"/>
              <a:t>Definition and Processes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D39A056E-EB1C-0D34-9A78-7C519852A3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xmlns="" id="{515D149A-6DDC-75C8-A31D-A129A9CCF4D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xmlns="" id="{8986177A-9A0A-F174-FF1B-DBD9E85D24E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8775" y="1500188"/>
            <a:ext cx="9137444" cy="4175125"/>
          </a:xfrm>
        </p:spPr>
        <p:txBody>
          <a:bodyPr/>
          <a:lstStyle/>
          <a:p>
            <a:pPr>
              <a:buFont typeface="Arial" pitchFamily="34" charset="0"/>
              <a:buChar char="•"/>
            </a:pPr>
            <a:r>
              <a:rPr smtClean="0"/>
              <a:t>   Searching is an essential operation:</a:t>
            </a:r>
          </a:p>
          <a:p>
            <a:pPr>
              <a:buFont typeface="Wingdings" pitchFamily="2" charset="2"/>
              <a:buChar char="Ø"/>
            </a:pPr>
            <a:r>
              <a:rPr smtClean="0"/>
              <a:t>Several ways </a:t>
            </a:r>
          </a:p>
          <a:p>
            <a:endParaRPr smtClean="0"/>
          </a:p>
          <a:p>
            <a:pPr>
              <a:buFont typeface="Arial" pitchFamily="34" charset="0"/>
              <a:buChar char="•"/>
            </a:pPr>
            <a:r>
              <a:rPr smtClean="0"/>
              <a:t>   Algorithms that search for an element within a collection: </a:t>
            </a:r>
          </a:p>
          <a:p>
            <a:pPr>
              <a:buFont typeface="Wingdings" pitchFamily="2" charset="2"/>
              <a:buChar char="Ø"/>
            </a:pPr>
            <a:r>
              <a:rPr smtClean="0"/>
              <a:t>Linear search </a:t>
            </a:r>
          </a:p>
          <a:p>
            <a:pPr>
              <a:buFont typeface="Wingdings" pitchFamily="2" charset="2"/>
              <a:buChar char="Ø"/>
            </a:pPr>
            <a:r>
              <a:rPr smtClean="0"/>
              <a:t>Binary search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973648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DCBC1EE-8DE7-F8C6-2532-F1D6FA7B1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Bubble </a:t>
            </a:r>
            <a:r>
              <a:rPr lang="en-US" dirty="0" smtClean="0"/>
              <a:t>Sort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D39A056E-EB1C-0D34-9A78-7C519852A3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xmlns="" id="{515D149A-6DDC-75C8-A31D-A129A9CCF4D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0962" name="Picture 2" descr="Bubble Sort - COMPUTER SCIENCE BYTESCOMPUTER SCIENCE BYTES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7538" y="1564250"/>
            <a:ext cx="6289121" cy="4049471"/>
          </a:xfrm>
          <a:prstGeom prst="rect">
            <a:avLst/>
          </a:prstGeom>
          <a:noFill/>
        </p:spPr>
      </p:pic>
      <p:sp>
        <p:nvSpPr>
          <p:cNvPr id="7" name="Rectangle 6"/>
          <p:cNvSpPr/>
          <p:nvPr/>
        </p:nvSpPr>
        <p:spPr>
          <a:xfrm>
            <a:off x="219919" y="2824223"/>
            <a:ext cx="4849793" cy="30094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2548360" y="1402466"/>
            <a:ext cx="4849793" cy="30306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973648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DCBC1EE-8DE7-F8C6-2532-F1D6FA7B1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Bubble </a:t>
            </a:r>
            <a:r>
              <a:rPr lang="en-US" dirty="0" smtClean="0"/>
              <a:t>Sort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D39A056E-EB1C-0D34-9A78-7C519852A3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xmlns="" id="{515D149A-6DDC-75C8-A31D-A129A9CCF4D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2" descr="Bubble Sort - COMPUTER SCIENCE BYTESCOMPUTER SCIENCE BYTES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7538" y="1564250"/>
            <a:ext cx="6289121" cy="404947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2973648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DCBC1EE-8DE7-F8C6-2532-F1D6FA7B1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Bubble </a:t>
            </a:r>
            <a:r>
              <a:rPr lang="en-US" dirty="0" smtClean="0"/>
              <a:t>Sort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D39A056E-EB1C-0D34-9A78-7C519852A3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xmlns="" id="{515D149A-6DDC-75C8-A31D-A129A9CCF4D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9458" name="Picture 2" descr="The Quadratic Sorting Algorithms: An Overview of Bubble, Selection and  Insertion Sort. | by Michael Verdi | Medium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79666" y="1626463"/>
            <a:ext cx="9344025" cy="4124326"/>
          </a:xfrm>
          <a:prstGeom prst="rect">
            <a:avLst/>
          </a:prstGeom>
          <a:noFill/>
        </p:spPr>
      </p:pic>
      <p:sp>
        <p:nvSpPr>
          <p:cNvPr id="6" name="Rectangle 5"/>
          <p:cNvSpPr/>
          <p:nvPr/>
        </p:nvSpPr>
        <p:spPr>
          <a:xfrm>
            <a:off x="358815" y="4676170"/>
            <a:ext cx="9259747" cy="10648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973648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DCBC1EE-8DE7-F8C6-2532-F1D6FA7B1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Selection </a:t>
            </a:r>
            <a:r>
              <a:rPr lang="en-US" dirty="0" smtClean="0"/>
              <a:t>Sort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D39A056E-EB1C-0D34-9A78-7C519852A3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xmlns="" id="{515D149A-6DDC-75C8-A31D-A129A9CCF4D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9938" name="Picture 2" descr="Selection Sort Tutorials &amp; Notes | Algorithms | HackerEarth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1682" y="1350927"/>
            <a:ext cx="7309574" cy="431770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2973648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DCBC1EE-8DE7-F8C6-2532-F1D6FA7B1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Selection </a:t>
            </a:r>
            <a:r>
              <a:rPr lang="en-US" dirty="0" smtClean="0"/>
              <a:t>Sort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D39A056E-EB1C-0D34-9A78-7C519852A3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xmlns="" id="{515D149A-6DDC-75C8-A31D-A129A9CCF4D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2" descr="The Quadratic Sorting Algorithms: An Overview of Bubble, Selection and  Insertion Sort. | by Michael Verdi | Medium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79666" y="1626463"/>
            <a:ext cx="9344025" cy="4124326"/>
          </a:xfrm>
          <a:prstGeom prst="rect">
            <a:avLst/>
          </a:prstGeom>
          <a:noFill/>
        </p:spPr>
      </p:pic>
      <p:sp>
        <p:nvSpPr>
          <p:cNvPr id="7" name="Rectangle 6"/>
          <p:cNvSpPr/>
          <p:nvPr/>
        </p:nvSpPr>
        <p:spPr>
          <a:xfrm>
            <a:off x="358815" y="4271045"/>
            <a:ext cx="9259747" cy="7523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973648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DCBC1EE-8DE7-F8C6-2532-F1D6FA7B1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Insertion </a:t>
            </a:r>
            <a:r>
              <a:rPr lang="en-US" dirty="0" smtClean="0"/>
              <a:t>Sort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D39A056E-EB1C-0D34-9A78-7C519852A3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xmlns="" id="{515D149A-6DDC-75C8-A31D-A129A9CCF4D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8914" name="Picture 2" descr="Insertion-sorting"/>
          <p:cNvPicPr>
            <a:picLocks noChangeAspect="1" noChangeArrowheads="1"/>
          </p:cNvPicPr>
          <p:nvPr/>
        </p:nvPicPr>
        <p:blipFill>
          <a:blip r:embed="rId2"/>
          <a:srcRect b="10748"/>
          <a:stretch>
            <a:fillRect/>
          </a:stretch>
        </p:blipFill>
        <p:spPr bwMode="auto">
          <a:xfrm>
            <a:off x="572260" y="1347930"/>
            <a:ext cx="8858250" cy="4080597"/>
          </a:xfrm>
          <a:prstGeom prst="rect">
            <a:avLst/>
          </a:prstGeom>
          <a:noFill/>
        </p:spPr>
      </p:pic>
      <p:sp>
        <p:nvSpPr>
          <p:cNvPr id="7" name="Rectangle 6"/>
          <p:cNvSpPr/>
          <p:nvPr/>
        </p:nvSpPr>
        <p:spPr>
          <a:xfrm>
            <a:off x="360744" y="2042160"/>
            <a:ext cx="9259747" cy="345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973648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DCBC1EE-8DE7-F8C6-2532-F1D6FA7B1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Insertion </a:t>
            </a:r>
            <a:r>
              <a:rPr lang="en-US" dirty="0" smtClean="0"/>
              <a:t>Sort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D39A056E-EB1C-0D34-9A78-7C519852A3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xmlns="" id="{515D149A-6DDC-75C8-A31D-A129A9CCF4D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8914" name="Picture 2" descr="Insertion-sorting"/>
          <p:cNvPicPr>
            <a:picLocks noChangeAspect="1" noChangeArrowheads="1"/>
          </p:cNvPicPr>
          <p:nvPr/>
        </p:nvPicPr>
        <p:blipFill>
          <a:blip r:embed="rId2"/>
          <a:srcRect b="10748"/>
          <a:stretch>
            <a:fillRect/>
          </a:stretch>
        </p:blipFill>
        <p:spPr bwMode="auto">
          <a:xfrm>
            <a:off x="572260" y="1347930"/>
            <a:ext cx="8858250" cy="408059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2973648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DCBC1EE-8DE7-F8C6-2532-F1D6FA7B1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Insertion </a:t>
            </a:r>
            <a:r>
              <a:rPr lang="en-US" dirty="0" smtClean="0"/>
              <a:t>Sort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D39A056E-EB1C-0D34-9A78-7C519852A3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xmlns="" id="{515D149A-6DDC-75C8-A31D-A129A9CCF4D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2" descr="The Quadratic Sorting Algorithms: An Overview of Bubble, Selection and  Insertion Sort. | by Michael Verdi | Medium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79666" y="1626463"/>
            <a:ext cx="9344025" cy="4124326"/>
          </a:xfrm>
          <a:prstGeom prst="rect">
            <a:avLst/>
          </a:prstGeom>
          <a:noFill/>
        </p:spPr>
      </p:pic>
      <p:sp>
        <p:nvSpPr>
          <p:cNvPr id="7" name="Rectangle 6"/>
          <p:cNvSpPr/>
          <p:nvPr/>
        </p:nvSpPr>
        <p:spPr>
          <a:xfrm>
            <a:off x="358815" y="5034995"/>
            <a:ext cx="9259747" cy="7523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360744" y="4249846"/>
            <a:ext cx="9259747" cy="4031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973648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DCBC1EE-8DE7-F8C6-2532-F1D6FA7B1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Merge </a:t>
            </a:r>
            <a:r>
              <a:rPr lang="en-US" dirty="0" smtClean="0"/>
              <a:t>Sort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D39A056E-EB1C-0D34-9A78-7C519852A3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xmlns="" id="{515D149A-6DDC-75C8-A31D-A129A9CCF4D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7890" name="Picture 2" descr="Merge Sort: Key Algorithm for Efficient Sorting in Data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38681" y="1468820"/>
            <a:ext cx="4467104" cy="449214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2973648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DCBC1EE-8DE7-F8C6-2532-F1D6FA7B1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Merge </a:t>
            </a:r>
            <a:r>
              <a:rPr lang="en-US" dirty="0" smtClean="0"/>
              <a:t>Sort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D39A056E-EB1C-0D34-9A78-7C519852A3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xmlns="" id="{515D149A-6DDC-75C8-A31D-A129A9CCF4D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4338" name="Picture 2" descr="Time &amp; Space Complexity of Merge Sort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0942" y="1518473"/>
            <a:ext cx="10035250" cy="3258648"/>
          </a:xfrm>
          <a:prstGeom prst="rect">
            <a:avLst/>
          </a:prstGeom>
          <a:noFill/>
        </p:spPr>
      </p:pic>
      <p:sp>
        <p:nvSpPr>
          <p:cNvPr id="7" name="Rectangle 6"/>
          <p:cNvSpPr/>
          <p:nvPr/>
        </p:nvSpPr>
        <p:spPr>
          <a:xfrm>
            <a:off x="360744" y="3703899"/>
            <a:ext cx="9987023" cy="9491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316374" y="2133606"/>
            <a:ext cx="10239737" cy="8758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973648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DCBC1EE-8DE7-F8C6-2532-F1D6FA7B1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Quick </a:t>
            </a:r>
            <a:r>
              <a:rPr lang="en-US" dirty="0" smtClean="0"/>
              <a:t>Sort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D39A056E-EB1C-0D34-9A78-7C519852A3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xmlns="" id="{515D149A-6DDC-75C8-A31D-A129A9CCF4D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6866" name="Picture 2" descr="Sorting Algorithms (Quick Sort, Merge Sort) | DSA Tutorials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68204" y="1354189"/>
            <a:ext cx="7195752" cy="45257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2973648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DCBC1EE-8DE7-F8C6-2532-F1D6FA7B1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Quick </a:t>
            </a:r>
            <a:r>
              <a:rPr lang="en-US" dirty="0" smtClean="0"/>
              <a:t>Sort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D39A056E-EB1C-0D34-9A78-7C519852A3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xmlns="" id="{515D149A-6DDC-75C8-A31D-A129A9CCF4D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266" name="AutoShape 2" descr="Quick Sort - GeeksforGeek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268" name="AutoShape 4" descr="Quick Sort - GeeksforGeek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270" name="AutoShape 6" descr="https://media.geeksforgeeks.org/wp-content/uploads/20240926172924/Heap-Sort-Recursive-Illustration.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1272" name="Picture 8" descr="Intuitive Guide to Quick Sort - by Nick M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9029" y="1513840"/>
            <a:ext cx="4683318" cy="42100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2973648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DCBC1EE-8DE7-F8C6-2532-F1D6FA7B1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Quick </a:t>
            </a:r>
            <a:r>
              <a:rPr lang="en-US" dirty="0" smtClean="0"/>
              <a:t>Sort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D39A056E-EB1C-0D34-9A78-7C519852A3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xmlns="" id="{515D149A-6DDC-75C8-A31D-A129A9CCF4D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2" descr="Time &amp; Space Complexity of Merge Sort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0942" y="1518473"/>
            <a:ext cx="10035250" cy="3258648"/>
          </a:xfrm>
          <a:prstGeom prst="rect">
            <a:avLst/>
          </a:prstGeom>
          <a:noFill/>
        </p:spPr>
      </p:pic>
      <p:sp>
        <p:nvSpPr>
          <p:cNvPr id="8" name="Rectangle 7"/>
          <p:cNvSpPr/>
          <p:nvPr/>
        </p:nvSpPr>
        <p:spPr>
          <a:xfrm>
            <a:off x="0" y="4161099"/>
            <a:ext cx="9987023" cy="9491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16374" y="2133606"/>
            <a:ext cx="10239737" cy="150367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973648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DCBC1EE-8DE7-F8C6-2532-F1D6FA7B1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Heap </a:t>
            </a:r>
            <a:r>
              <a:rPr lang="en-US" dirty="0" smtClean="0"/>
              <a:t>Sort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D39A056E-EB1C-0D34-9A78-7C519852A3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xmlns="" id="{515D149A-6DDC-75C8-A31D-A129A9CCF4D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218" name="Picture 2" descr="https://compgeek.co.in/wp-content/uploads/2022/11/Heap-Sort-1-min.jpg"/>
          <p:cNvPicPr>
            <a:picLocks noChangeAspect="1" noChangeArrowheads="1"/>
          </p:cNvPicPr>
          <p:nvPr/>
        </p:nvPicPr>
        <p:blipFill>
          <a:blip r:embed="rId2"/>
          <a:srcRect b="38346"/>
          <a:stretch>
            <a:fillRect/>
          </a:stretch>
        </p:blipFill>
        <p:spPr bwMode="auto">
          <a:xfrm>
            <a:off x="408079" y="1325880"/>
            <a:ext cx="3424372" cy="4709160"/>
          </a:xfrm>
          <a:prstGeom prst="rect">
            <a:avLst/>
          </a:prstGeom>
          <a:noFill/>
        </p:spPr>
      </p:pic>
      <p:pic>
        <p:nvPicPr>
          <p:cNvPr id="7" name="Picture 2" descr="https://compgeek.co.in/wp-content/uploads/2022/11/Heap-Sort-1-min.jpg"/>
          <p:cNvPicPr>
            <a:picLocks noChangeAspect="1" noChangeArrowheads="1"/>
          </p:cNvPicPr>
          <p:nvPr/>
        </p:nvPicPr>
        <p:blipFill>
          <a:blip r:embed="rId2"/>
          <a:srcRect t="61293"/>
          <a:stretch>
            <a:fillRect/>
          </a:stretch>
        </p:blipFill>
        <p:spPr bwMode="auto">
          <a:xfrm>
            <a:off x="3977076" y="1371600"/>
            <a:ext cx="4308968" cy="3720148"/>
          </a:xfrm>
          <a:prstGeom prst="rect">
            <a:avLst/>
          </a:prstGeom>
          <a:noFill/>
        </p:spPr>
      </p:pic>
      <p:sp>
        <p:nvSpPr>
          <p:cNvPr id="8" name="Rectangle 7"/>
          <p:cNvSpPr/>
          <p:nvPr/>
        </p:nvSpPr>
        <p:spPr>
          <a:xfrm>
            <a:off x="316375" y="2926080"/>
            <a:ext cx="9660746" cy="29870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982719" y="1422406"/>
            <a:ext cx="5557521" cy="37795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973648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DCBC1EE-8DE7-F8C6-2532-F1D6FA7B1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Heap </a:t>
            </a:r>
            <a:r>
              <a:rPr lang="en-US" dirty="0" smtClean="0"/>
              <a:t>Sort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D39A056E-EB1C-0D34-9A78-7C519852A3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xmlns="" id="{515D149A-6DDC-75C8-A31D-A129A9CCF4D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218" name="Picture 2" descr="https://compgeek.co.in/wp-content/uploads/2022/11/Heap-Sort-1-min.jpg"/>
          <p:cNvPicPr>
            <a:picLocks noChangeAspect="1" noChangeArrowheads="1"/>
          </p:cNvPicPr>
          <p:nvPr/>
        </p:nvPicPr>
        <p:blipFill>
          <a:blip r:embed="rId2"/>
          <a:srcRect b="38346"/>
          <a:stretch>
            <a:fillRect/>
          </a:stretch>
        </p:blipFill>
        <p:spPr bwMode="auto">
          <a:xfrm>
            <a:off x="408079" y="1325880"/>
            <a:ext cx="3424372" cy="4709160"/>
          </a:xfrm>
          <a:prstGeom prst="rect">
            <a:avLst/>
          </a:prstGeom>
          <a:noFill/>
        </p:spPr>
      </p:pic>
      <p:pic>
        <p:nvPicPr>
          <p:cNvPr id="7" name="Picture 2" descr="https://compgeek.co.in/wp-content/uploads/2022/11/Heap-Sort-1-min.jpg"/>
          <p:cNvPicPr>
            <a:picLocks noChangeAspect="1" noChangeArrowheads="1"/>
          </p:cNvPicPr>
          <p:nvPr/>
        </p:nvPicPr>
        <p:blipFill>
          <a:blip r:embed="rId2"/>
          <a:srcRect t="61293"/>
          <a:stretch>
            <a:fillRect/>
          </a:stretch>
        </p:blipFill>
        <p:spPr bwMode="auto">
          <a:xfrm>
            <a:off x="3977076" y="1371600"/>
            <a:ext cx="4308968" cy="372014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2973648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DCBC1EE-8DE7-F8C6-2532-F1D6FA7B1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Heap </a:t>
            </a:r>
            <a:r>
              <a:rPr lang="en-US" dirty="0" smtClean="0"/>
              <a:t>Sort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D39A056E-EB1C-0D34-9A78-7C519852A3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xmlns="" id="{515D149A-6DDC-75C8-A31D-A129A9CCF4D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2" descr="Time &amp; Space Complexity of Merge Sort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0942" y="1518473"/>
            <a:ext cx="10035250" cy="3258648"/>
          </a:xfrm>
          <a:prstGeom prst="rect">
            <a:avLst/>
          </a:prstGeom>
          <a:noFill/>
        </p:spPr>
      </p:pic>
      <p:sp>
        <p:nvSpPr>
          <p:cNvPr id="7" name="Rectangle 6"/>
          <p:cNvSpPr/>
          <p:nvPr/>
        </p:nvSpPr>
        <p:spPr>
          <a:xfrm>
            <a:off x="0" y="3027680"/>
            <a:ext cx="9987023" cy="20825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84294" y="2143760"/>
            <a:ext cx="10239737" cy="4876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973648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DCBC1EE-8DE7-F8C6-2532-F1D6FA7B1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Radix </a:t>
            </a:r>
            <a:r>
              <a:rPr lang="en-US" dirty="0" smtClean="0"/>
              <a:t>Sort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D39A056E-EB1C-0D34-9A78-7C519852A3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xmlns="" id="{515D149A-6DDC-75C8-A31D-A129A9CCF4D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1531" y="1612283"/>
            <a:ext cx="8945184" cy="3989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Rectangle 7"/>
          <p:cNvSpPr/>
          <p:nvPr/>
        </p:nvSpPr>
        <p:spPr>
          <a:xfrm>
            <a:off x="184295" y="2509520"/>
            <a:ext cx="9935066" cy="284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973648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DCBC1EE-8DE7-F8C6-2532-F1D6FA7B1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Radix </a:t>
            </a:r>
            <a:r>
              <a:rPr lang="en-US" dirty="0" smtClean="0"/>
              <a:t>Sort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D39A056E-EB1C-0D34-9A78-7C519852A3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xmlns="" id="{515D149A-6DDC-75C8-A31D-A129A9CCF4D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1531" y="1612283"/>
            <a:ext cx="8945184" cy="3989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2973648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DCBC1EE-8DE7-F8C6-2532-F1D6FA7B1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Radix </a:t>
            </a:r>
            <a:r>
              <a:rPr lang="en-US" dirty="0" smtClean="0"/>
              <a:t>Sort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D39A056E-EB1C-0D34-9A78-7C519852A3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xmlns="" id="{515D149A-6DDC-75C8-A31D-A129A9CCF4D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81965" y="1354239"/>
            <a:ext cx="7462708" cy="44909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2973648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DCBC1EE-8DE7-F8C6-2532-F1D6FA7B1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Radix </a:t>
            </a:r>
            <a:r>
              <a:rPr lang="en-US" dirty="0" smtClean="0"/>
              <a:t>Sort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D39A056E-EB1C-0D34-9A78-7C519852A3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xmlns="" id="{515D149A-6DDC-75C8-A31D-A129A9CCF4D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7830" y="1335886"/>
            <a:ext cx="7269805" cy="44645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2973648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DCBC1EE-8DE7-F8C6-2532-F1D6FA7B1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Radix </a:t>
            </a:r>
            <a:r>
              <a:rPr lang="en-US" dirty="0" smtClean="0"/>
              <a:t>Sort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D39A056E-EB1C-0D34-9A78-7C519852A3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xmlns="" id="{515D149A-6DDC-75C8-A31D-A129A9CCF4D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28302" y="1470489"/>
            <a:ext cx="7836964" cy="42474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2973648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DCBC1EE-8DE7-F8C6-2532-F1D6FA7B1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Radix </a:t>
            </a:r>
            <a:r>
              <a:rPr lang="en-US" dirty="0" smtClean="0"/>
              <a:t>Sort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D39A056E-EB1C-0D34-9A78-7C519852A3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xmlns="" id="{515D149A-6DDC-75C8-A31D-A129A9CCF4D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48090" y="1354239"/>
            <a:ext cx="8299198" cy="44446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2973648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DCBC1EE-8DE7-F8C6-2532-F1D6FA7B1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Shell Sort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D39A056E-EB1C-0D34-9A78-7C519852A3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xmlns="" id="{515D149A-6DDC-75C8-A31D-A129A9CCF4D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3794" name="Picture 2" descr="https://www.sarthaks.com/?qa=blob&amp;qa_blobid=6875330583690893620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8373" y="1436840"/>
            <a:ext cx="5649708" cy="3570618"/>
          </a:xfrm>
          <a:prstGeom prst="rect">
            <a:avLst/>
          </a:prstGeom>
          <a:noFill/>
        </p:spPr>
      </p:pic>
      <p:pic>
        <p:nvPicPr>
          <p:cNvPr id="33796" name="Picture 4" descr="https://www.sarthaks.com/?qa=blob&amp;qa_blobid=4117824685246786990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85495" y="5176837"/>
            <a:ext cx="5238750" cy="857251"/>
          </a:xfrm>
          <a:prstGeom prst="rect">
            <a:avLst/>
          </a:prstGeom>
          <a:noFill/>
        </p:spPr>
      </p:pic>
      <p:sp>
        <p:nvSpPr>
          <p:cNvPr id="8" name="Rectangle 7"/>
          <p:cNvSpPr/>
          <p:nvPr/>
        </p:nvSpPr>
        <p:spPr>
          <a:xfrm>
            <a:off x="184295" y="2509520"/>
            <a:ext cx="9935066" cy="33832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973648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DCBC1EE-8DE7-F8C6-2532-F1D6FA7B1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Shell Sort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D39A056E-EB1C-0D34-9A78-7C519852A3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xmlns="" id="{515D149A-6DDC-75C8-A31D-A129A9CCF4D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3794" name="Picture 2" descr="https://www.sarthaks.com/?qa=blob&amp;qa_blobid=6875330583690893620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8373" y="1436840"/>
            <a:ext cx="5649708" cy="3570618"/>
          </a:xfrm>
          <a:prstGeom prst="rect">
            <a:avLst/>
          </a:prstGeom>
          <a:noFill/>
        </p:spPr>
      </p:pic>
      <p:pic>
        <p:nvPicPr>
          <p:cNvPr id="33796" name="Picture 4" descr="https://www.sarthaks.com/?qa=blob&amp;qa_blobid=4117824685246786990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85495" y="5176837"/>
            <a:ext cx="5238750" cy="85725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2973648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DCBC1EE-8DE7-F8C6-2532-F1D6FA7B1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Shell Sort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D39A056E-EB1C-0D34-9A78-7C519852A3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xmlns="" id="{515D149A-6DDC-75C8-A31D-A129A9CCF4D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170" name="Picture 2" descr="https://www.sarthaks.com/?qa=blob&amp;qa_blobid=8846649038991680509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43255" y="1593532"/>
            <a:ext cx="4962525" cy="2333626"/>
          </a:xfrm>
          <a:prstGeom prst="rect">
            <a:avLst/>
          </a:prstGeom>
          <a:noFill/>
        </p:spPr>
      </p:pic>
      <p:pic>
        <p:nvPicPr>
          <p:cNvPr id="7172" name="Picture 4" descr="https://www.sarthaks.com/?qa=blob&amp;qa_blobid=83126458509456702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51815" y="4300537"/>
            <a:ext cx="5086350" cy="7905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2973648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DCBC1EE-8DE7-F8C6-2532-F1D6FA7B1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Shell Sort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D39A056E-EB1C-0D34-9A78-7C519852A3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xmlns="" id="{515D149A-6DDC-75C8-A31D-A129A9CCF4D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194" name="Picture 2" descr="https://www.sarthaks.com/?qa=blob&amp;qa_blobid=1824937638640159886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21786" y="1402081"/>
            <a:ext cx="3379864" cy="454088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2973648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DCBC1EE-8DE7-F8C6-2532-F1D6FA7B1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Shell </a:t>
            </a:r>
            <a:r>
              <a:rPr lang="en-US" dirty="0" smtClean="0"/>
              <a:t>Sort Complexity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D39A056E-EB1C-0D34-9A78-7C519852A3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xmlns="" id="{515D149A-6DDC-75C8-A31D-A129A9CCF4D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xmlns="" id="{197C0724-35FE-DFD8-FDEA-773DEA7A680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8775" y="1500188"/>
            <a:ext cx="9137444" cy="4175125"/>
          </a:xfrm>
        </p:spPr>
        <p:txBody>
          <a:bodyPr/>
          <a:lstStyle/>
          <a:p>
            <a:r>
              <a:rPr smtClean="0"/>
              <a:t>Time Complexity: </a:t>
            </a:r>
            <a:endParaRPr smtClean="0"/>
          </a:p>
          <a:p>
            <a:endParaRPr smtClean="0"/>
          </a:p>
          <a:p>
            <a:r>
              <a:rPr smtClean="0"/>
              <a:t>The </a:t>
            </a:r>
            <a:r>
              <a:rPr smtClean="0"/>
              <a:t>time complexity of Shell Sort depends on the gap sequence used. </a:t>
            </a:r>
            <a:endParaRPr smtClean="0"/>
          </a:p>
          <a:p>
            <a:r>
              <a:rPr smtClean="0"/>
              <a:t>In </a:t>
            </a:r>
            <a:r>
              <a:rPr smtClean="0"/>
              <a:t>the worst case, it's generally considered between O(n^2) and O(n^(4/3</a:t>
            </a:r>
            <a:r>
              <a:rPr smtClean="0"/>
              <a:t>)).</a:t>
            </a:r>
          </a:p>
          <a:p>
            <a:endParaRPr smtClean="0"/>
          </a:p>
          <a:p>
            <a:r>
              <a:rPr smtClean="0"/>
              <a:t>Space Complexity: Shell Sort is an in-place sorting algorithm, meaning it doesn't require additional memory proportional to the input size. </a:t>
            </a:r>
            <a:endParaRPr smtClean="0"/>
          </a:p>
          <a:p>
            <a:endParaRPr smtClean="0"/>
          </a:p>
          <a:p>
            <a:r>
              <a:rPr smtClean="0"/>
              <a:t>The </a:t>
            </a:r>
            <a:r>
              <a:rPr smtClean="0"/>
              <a:t>space complexity is O(1) as it uses a constant amount of </a:t>
            </a:r>
            <a:r>
              <a:rPr smtClean="0"/>
              <a:t>extra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973648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ACDBEEA-19FC-7C8E-BE8A-62DE5DFFE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Thanking you !!!!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23B0904C-599A-0B75-79E7-2B34161C77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197C0724-35FE-DFD8-FDEA-773DEA7A680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smtClean="0"/>
              <a:t>Any question !!!!!</a:t>
            </a:r>
          </a:p>
          <a:p>
            <a:endParaRPr smtClean="0"/>
          </a:p>
          <a:p>
            <a:r>
              <a:rPr smtClean="0"/>
              <a:t>Download PPT : </a:t>
            </a:r>
            <a:r>
              <a:rPr smtClean="0">
                <a:hlinkClick r:id="rId2"/>
              </a:rPr>
              <a:t>https://github.com/sachin365123/Applies-Data-Structure-and-Application-GLA-Online-Sessions-Jan---Jun-2026</a:t>
            </a:r>
            <a:endParaRPr smtClean="0"/>
          </a:p>
          <a:p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xmlns="" id="{3E443BCA-8AB4-30D1-72CB-AD2B2F943B7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49200421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2919612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1284</TotalTime>
  <Words>389</Words>
  <Application>Microsoft Office PowerPoint</Application>
  <PresentationFormat>Custom</PresentationFormat>
  <Paragraphs>83</Paragraphs>
  <Slides>36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7" baseType="lpstr">
      <vt:lpstr>Office Theme</vt:lpstr>
      <vt:lpstr>Slide 1</vt:lpstr>
      <vt:lpstr> </vt:lpstr>
      <vt:lpstr>Content</vt:lpstr>
      <vt:lpstr>Sorting: Definition and Processes</vt:lpstr>
      <vt:lpstr>Sorting: Definition and Processes</vt:lpstr>
      <vt:lpstr>Sorting: Definition and Processes</vt:lpstr>
      <vt:lpstr>Sorting: Definition and Processes</vt:lpstr>
      <vt:lpstr>Bubble Sort</vt:lpstr>
      <vt:lpstr>Bubble Sort</vt:lpstr>
      <vt:lpstr>Bubble Sort</vt:lpstr>
      <vt:lpstr> Selection Sort</vt:lpstr>
      <vt:lpstr> Selection Sort</vt:lpstr>
      <vt:lpstr> Insertion Sort</vt:lpstr>
      <vt:lpstr> Insertion Sort</vt:lpstr>
      <vt:lpstr> Insertion Sort</vt:lpstr>
      <vt:lpstr> Merge Sort</vt:lpstr>
      <vt:lpstr> Merge Sort</vt:lpstr>
      <vt:lpstr>Quick Sort</vt:lpstr>
      <vt:lpstr>Quick Sort</vt:lpstr>
      <vt:lpstr>Quick Sort</vt:lpstr>
      <vt:lpstr> Heap Sort</vt:lpstr>
      <vt:lpstr> Heap Sort</vt:lpstr>
      <vt:lpstr> Heap Sort</vt:lpstr>
      <vt:lpstr> Radix Sort</vt:lpstr>
      <vt:lpstr> Radix Sort</vt:lpstr>
      <vt:lpstr> Radix Sort</vt:lpstr>
      <vt:lpstr> Radix Sort</vt:lpstr>
      <vt:lpstr> Radix Sort</vt:lpstr>
      <vt:lpstr> Radix Sort</vt:lpstr>
      <vt:lpstr> Shell Sort</vt:lpstr>
      <vt:lpstr> Shell Sort</vt:lpstr>
      <vt:lpstr> Shell Sort</vt:lpstr>
      <vt:lpstr> Shell Sort</vt:lpstr>
      <vt:lpstr> Shell Sort Complexity</vt:lpstr>
      <vt:lpstr>Thanking you !!!!</vt:lpstr>
      <vt:lpstr>Slide 36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hp</cp:lastModifiedBy>
  <cp:revision>178</cp:revision>
  <dcterms:created xsi:type="dcterms:W3CDTF">2024-10-06T15:26:34Z</dcterms:created>
  <dcterms:modified xsi:type="dcterms:W3CDTF">2026-04-05T09:46:07Z</dcterms:modified>
</cp:coreProperties>
</file>