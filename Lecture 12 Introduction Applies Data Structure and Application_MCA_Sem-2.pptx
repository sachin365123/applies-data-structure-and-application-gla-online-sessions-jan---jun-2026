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99" r:id="rId5"/>
    <p:sldId id="389" r:id="rId6"/>
    <p:sldId id="390" r:id="rId7"/>
    <p:sldId id="375" r:id="rId8"/>
    <p:sldId id="366" r:id="rId9"/>
    <p:sldId id="376" r:id="rId10"/>
    <p:sldId id="368" r:id="rId11"/>
    <p:sldId id="386" r:id="rId12"/>
    <p:sldId id="369" r:id="rId13"/>
    <p:sldId id="382" r:id="rId14"/>
    <p:sldId id="383" r:id="rId15"/>
    <p:sldId id="381" r:id="rId16"/>
    <p:sldId id="384" r:id="rId17"/>
    <p:sldId id="385" r:id="rId18"/>
    <p:sldId id="387" r:id="rId19"/>
    <p:sldId id="380" r:id="rId20"/>
    <p:sldId id="388" r:id="rId21"/>
    <p:sldId id="283" r:id="rId22"/>
    <p:sldId id="25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B05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036" autoAdjust="0"/>
    <p:restoredTop sz="94660"/>
  </p:normalViewPr>
  <p:slideViewPr>
    <p:cSldViewPr snapToGrid="0">
      <p:cViewPr>
        <p:scale>
          <a:sx n="75" d="100"/>
          <a:sy n="75" d="100"/>
        </p:scale>
        <p:origin x="-379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xmlns="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xmlns="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xmlns="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xmlns="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xmlns="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xmlns="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90996" y="3017519"/>
            <a:ext cx="3810008" cy="82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pPr/>
              <a:t>03-05-2026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:p14="http://schemas.microsoft.com/office/powerpoint/2010/main" xmlns="" val="6247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89EBD0A-0020-4F1B-8C0B-2A6D21CB67F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94" y="430902"/>
            <a:ext cx="2282687" cy="49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chin365123/Applies-Data-Structure-and-Application-GLA-Online-Sessions-Jan---Jun-2026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2265" y="492257"/>
            <a:ext cx="808747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Roboto"/>
              </a:rPr>
              <a:t>Applies Data Structure and Application</a:t>
            </a:r>
          </a:p>
          <a:p>
            <a:pPr algn="ctr"/>
            <a:endParaRPr lang="en-US" sz="3600" dirty="0" smtClean="0">
              <a:latin typeface="Roboto"/>
            </a:endParaRPr>
          </a:p>
          <a:p>
            <a:pPr algn="ctr"/>
            <a:r>
              <a:rPr lang="en-US" b="1" dirty="0" smtClean="0">
                <a:solidFill>
                  <a:srgbClr val="00B050"/>
                </a:solidFill>
              </a:rPr>
              <a:t>Dr </a:t>
            </a:r>
            <a:r>
              <a:rPr lang="en-US" b="1" dirty="0" err="1" smtClean="0">
                <a:solidFill>
                  <a:srgbClr val="00B050"/>
                </a:solidFill>
              </a:rPr>
              <a:t>Sachin</a:t>
            </a:r>
            <a:r>
              <a:rPr lang="en-US" b="1" dirty="0" smtClean="0">
                <a:solidFill>
                  <a:srgbClr val="00B050"/>
                </a:solidFill>
              </a:rPr>
              <a:t> K </a:t>
            </a:r>
            <a:r>
              <a:rPr lang="en-US" b="1" dirty="0" err="1" smtClean="0">
                <a:solidFill>
                  <a:srgbClr val="00B050"/>
                </a:solidFill>
              </a:rPr>
              <a:t>Saxena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Sr</a:t>
            </a:r>
            <a:r>
              <a:rPr lang="en-US" dirty="0" smtClean="0"/>
              <a:t> Data Analyst, Portugal, MNC</a:t>
            </a:r>
          </a:p>
          <a:p>
            <a:pPr algn="ctr"/>
            <a:r>
              <a:rPr lang="en-US" dirty="0" smtClean="0"/>
              <a:t>Ex-</a:t>
            </a:r>
            <a:r>
              <a:rPr lang="en-US" dirty="0" err="1" smtClean="0"/>
              <a:t>Sr</a:t>
            </a:r>
            <a:r>
              <a:rPr lang="en-US" dirty="0" smtClean="0"/>
              <a:t> Software Engineer - Data Scientist</a:t>
            </a:r>
          </a:p>
          <a:p>
            <a:pPr algn="ctr"/>
            <a:endParaRPr lang="en-US" sz="3600" dirty="0"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8080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316" y="2817845"/>
            <a:ext cx="5911368" cy="104298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775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b="1" smtClean="0"/>
              <a:t> </a:t>
            </a:r>
            <a:r>
              <a:rPr b="1" smtClean="0"/>
              <a:t>Graphs</a:t>
            </a:r>
            <a:r>
              <a:rPr b="1" smtClean="0"/>
              <a:t>: </a:t>
            </a:r>
            <a:r>
              <a:rPr smtClean="0"/>
              <a:t>Terminologies and </a:t>
            </a:r>
            <a:r>
              <a:rPr smtClean="0"/>
              <a:t>Representation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Path </a:t>
            </a:r>
            <a:r>
              <a:rPr smtClean="0"/>
              <a:t>Matrix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Graph Traversals - DFS and </a:t>
            </a:r>
            <a:r>
              <a:rPr smtClean="0"/>
              <a:t>BFS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Shortest Path </a:t>
            </a:r>
            <a:r>
              <a:rPr smtClean="0"/>
              <a:t>Problems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Minimum Cost Spanning </a:t>
            </a:r>
            <a:r>
              <a:rPr smtClean="0"/>
              <a:t>Trees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Topological </a:t>
            </a:r>
            <a:r>
              <a:rPr smtClean="0"/>
              <a:t>Sort</a:t>
            </a:r>
            <a:endParaRPr smtClean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20" y="453875"/>
            <a:ext cx="10603519" cy="587507"/>
          </a:xfrm>
        </p:spPr>
        <p:txBody>
          <a:bodyPr/>
          <a:lstStyle/>
          <a:p>
            <a:r>
              <a:rPr lang="en-US" dirty="0" smtClean="0"/>
              <a:t>Graphs</a:t>
            </a:r>
            <a:r>
              <a:rPr lang="en-US" dirty="0" smtClean="0"/>
              <a:t>: Terminologies and Representation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530" name="AutoShape 2" descr="frame_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6887" y="1752601"/>
            <a:ext cx="6877120" cy="3627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20" y="453875"/>
            <a:ext cx="10603519" cy="587507"/>
          </a:xfrm>
        </p:spPr>
        <p:txBody>
          <a:bodyPr/>
          <a:lstStyle/>
          <a:p>
            <a:r>
              <a:rPr lang="en-US" dirty="0" smtClean="0"/>
              <a:t>Graphs:</a:t>
            </a:r>
            <a:r>
              <a:rPr lang="en-US" dirty="0" smtClean="0"/>
              <a:t> Application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530" name="AutoShape 2" descr="frame_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6866" name="Picture 2" descr="Introduction to Data structures - Graphs and its Application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4055" y="1417002"/>
            <a:ext cx="6896100" cy="45434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20" y="453875"/>
            <a:ext cx="10603519" cy="587507"/>
          </a:xfrm>
        </p:spPr>
        <p:txBody>
          <a:bodyPr/>
          <a:lstStyle/>
          <a:p>
            <a:r>
              <a:rPr lang="en-US" dirty="0" smtClean="0"/>
              <a:t>Graphs</a:t>
            </a:r>
            <a:r>
              <a:rPr lang="en-US" dirty="0" smtClean="0"/>
              <a:t>: </a:t>
            </a:r>
            <a:r>
              <a:rPr lang="en-US" dirty="0" smtClean="0"/>
              <a:t>Application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530" name="AutoShape 2" descr="frame_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8914" name="Picture 2" descr="Graph Data Structures in JavaScript for Beginners | Adrian Mejia Blo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826" y="1473200"/>
            <a:ext cx="5357885" cy="44094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20" y="453875"/>
            <a:ext cx="10044719" cy="587507"/>
          </a:xfrm>
        </p:spPr>
        <p:txBody>
          <a:bodyPr/>
          <a:lstStyle/>
          <a:p>
            <a:r>
              <a:rPr lang="en-US" dirty="0" smtClean="0"/>
              <a:t>Graphs</a:t>
            </a:r>
            <a:r>
              <a:rPr lang="en-US" dirty="0" smtClean="0"/>
              <a:t>: Terminologies and Representation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530" name="AutoShape 2" descr="frame_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2" name="AutoShape 2" descr="types-of-threaded-binary-tre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4" name="AutoShape 4" descr="data:image/png;base64,iVBORw0KGgoAAAANSUhEUgAAAUMAAACcCAMAAADS8jl7AAABQVBMVEX/////5ekAAAD/6Oz/6+//7O//6ez/5uv/5+r/6u//6+3t7e3//f+enp7///7/6e7l5eXMzMy0tLTV1dX78PP/4uepqalCQkKPj49+fn7Gxsbi4uL99/nad4m8vLz19fVXV1dMTEznsrvaiJellpjy1tzkl6T4ztbtr7rrwMjwztXOvL9kZGSSkpKIiIjzw8vWe4vQX3PgoKuHe37y29/Ta3/xucLQXXPkusM+OTlxcXHiAGTdlqL4y9PpprLXf5Gyo6bhzM8eGxvNM1OLf4DDsbXUK0zNRmDXMFDVV27Yl6HepK/hjp7OeYkaGRmomJsuLSwxN0NdYWoAAB1DR1FwdHoeJjUKFSoAAA7c0tznW5flPIXwpcX01eXxxNjaAG7thLDqbZ/rkrfiAFnhQIbxt9DsirLzocfaAGDYAE/rYpj9GHWFAAAMb0lEQVR4nO2dCWPaRhaAB2nEYUE4JGEOccqcwRyxhB0bG5Mm2WygzdFmu/VFnMZpdv//D9gRSMJIGtsCIvB2viblEJbevHnvzZunhwMAgUAgEAgEAoFAIBAIBAKBQCAQCAQCYX3IxZ7UG9aDaxSBOehJ0rOauEYRlqGolFsVQTg+USR+TSLUFKmLRKhUM215TSIsg7zfDUDa4/H4vUxFKa5DBF45oSHtRyLQjNCW1iHCUtQyfq9Hxw9P+u6LIO8L0BDBA1vKI3Poepvx3CbQdd0MYEc1wRl0peO2CEvBd6BnHubEbXfuCPS8CHTrUblzpuT3mJXosis963otIkiPaGGRpa2p1D7I6AZJt565KUJQ0YMJZAL6hAptN0VYjl5Fk1reK+zoSoQKeOKeCLVqeLqc0S8Lez5dhPa6kiznKJre4OHLAXWqhSXvyOuiCJKgmf9pY7B9qNkk3a25KMJSiMaiHIDM3qGm0LCrA8gYMQTC0xe6PKWeJuHGpznMaBbOGcMO6eOqizJkZrkV39jTFOoXpitz7SfGRVEWIlw2dMi/NGyAPh66KMNMh/AVJXt0HU5SfeX1m4OD+hDWXZTHKbykOxJzSsn6c2/rwEUZDB0GBtRTRl9UhNFEvtFrlOQEg7WAxG+oUz8Bel5Bn1J773b0NeWk5KIQbU1t9IDKn+5ohki3tERf1tdn+cBNoZzQNxbFHYTm2DDjZg1s2JqmV/QrJEFC02G4bE2ya/JmmmLtRNObd2trS4+NgqtlB6av+wLc2jJCi2LzSbiWmtL9WLbL7m+02oJFBLpqr66fXRXsodTLZiXSFZerX7wCffMi+ARM4UbczAVa6s7Xvmhh320RiuV5ETywg8sKN9Sb2104p0JFcn2bNZxTopfOlHFVD9HVcshDCWakkcfIDJmqwgPJ7dmWRhlha5pY+WnmeF8GB7gC4ibWxETkNiWlXKEZhoFCdXo7pefmPgVl2XXAZKRjH1RF6GZ6amZVwwTlDcwS+c4khy31MiqGFw/ddBllohb4rK2K0C9qSWAdU0HcOEPkO5i0tVh2S4SggtFKyS5FBGDTAiKNr/rXXLqjISoQd0hW7LZL9c3arMj2Mz0F50urRezcUa+Gdl5S2qgCN8ZZHnh4JfD7d1qVXaiRNynNNhuaRVx7X1olXlMssYhgY6Yi1vfdxxzwgv+waOyOcLkSLJO0b1lexA5teifY+4ESOaNoFqX4xpqRYZftlWAJFqU3/7R8yLpsb4wdWhLA4E9vXlv3eHeG/CWxLlrKm9c2RqaYsupNaYHoWXZzov09CxG7+18Wm+RJtl9z25u0ihjYbogPbAeATYGXxBJLVEr2Gzn3iyD307eVicGswmZfWglD25WBx0QOq9usG4xvvMWtH5nV+xKmqFHD2bzLRRAb4LA/2c1PQxvOrvCrB/IleVIRkA4WXaf5ooR+vv1sqqQRxq7wTQ1oDWQmo5CK67hpL2eklgBhQGj1M/Id8e2OOwAdtTgGAwGhm1moYZuXMl1VBM9xWanfEd/e4k9e3pdanuko3G/Y7vUFZtJm6qeh0O5lsNMYxh0QMydh77RCSjMVxXmALyoVrcJKQ2+5L2Fjg4ztN+uNjFEEhLbLtZvM3O0SpprBfZDHxW1+v8LM+jxpOHI6gl6ZuXXPCVb2sVtI7BZEmbtfwVRd7U5st+Zv28EWzmWxxrEvhG+fwQ/LzlbJ4YnpplcJ122NLcm0W/OnYNzsGS+a5EeXL2N8EddiIx2bmqU9UHES1uWMWQS6hbE33Pd7iieWnnHcKFZPsGO+c4vMyN4KhhgbkCWzCjwewUlVTDFLgDSQsY29dYwriIpVBMa1bw4UW0ZrnGFM3q6dKzLm8ojOrAkhDPVzMKOHr4ylWXcerf+8v2TniiLupENjFHRAPwVtO4ofgWJcHD41Ovt8dsvKEONGotGlKr/bkbUR+CsPrz9JJcN0BgNdAwG7pqgD3DTq/c4e3+nOYEt/jl0cVwuvdwrTA4p6alhRxqovbB9LXe9pgi/29ihZW5/hwweQCeg6pCijaZ62ac6TcPk139f0FjjM71CvaF0Ed+6ryCe63uTBTId0z+w0dXzLZlFfUfw0zxsDYNoPrXDPGr49g/c7syZRsyfCt9hTlIxR+Blx+6XeM27TXPcjqHX1q/vCMx16q/OxW/z5jhntGa4YPs0X9FNArNGY4WcN3/xzQ4c+c7OyxOMnpVY0Zv/p3gs9ntiZ8o+gVjVWEh9Gh1757Z114ZkO6Xf553pMhf2H69DwZQajQ75+cGdR45YOXx3+MnC5V3fmyzSyQyMYTbwgCGR+KL+l79n+Gr6M9qozR1rIl2/ZoX/qy0EvP2T6/D1OOfNlCPmX29r5vC75stjWhPaheHgqz0XjoXwgPqB8YKwpnj2PTL3Tg5GDNcVY1wfv93QjosuqEdXqdf4B2bqxpsC9ASw09Gl0q99Z0XZp3p1CvvBSm0FHWYGe2/j8exSlf3mEruBXADMjLRjQT7fz+bz+raxZkv7k/m+1Kbrmdygqr4cTt3IbUNQXFah2dWn67Dr64oTe9I5OweuhjZFwqZwVeaTnVzMR6MpooVFsMbweGbxV1zZ7Nt3WAWe7JF/fegrBiQ0o1m5riC/A2RHsWPd6mB3rj6Bm6bZmRg4r+6OW+dvFUHFSh4WW3a636/A2e83ca+yDTkexOE8s3dZM1ZEbqXQq80pkHN5mM3dbeyuOG3mkrqmCV3W12aFfnavBnjgvvImd47kabN/pbn84grfKZ0xrgTae9tKjWIpnGYHxasMvKQvdH+uPfAztQ2mdx8scd5x7Ua1TYaYZghd6pIXGr46C9qhTSTMLjmIZYLvdFXxhn9DNLPrl9JIyagl02FeqKr1F0jKxp1RLnjAttKRF71ZPRkEvNYql4A9G7XZbqi1x7XBRQqfoLfzLrMRaTxWhGFhcBP5AFWFk345BIBAIBAKBQCAQCH9rcgBEZq+ys6fRnPmjXMT6qVWQnX/KcraHzO+sWIgl2G4UQHP2sqA9pmMgyZo/G09pT/IrlmH2VD0zt6u9CLG3D5mvbT20JtJJ9L8YiMUbERBPZHN5EEmqE3xYiDazSIuxZC6VTIM4esolk1EQQvqOJQr3ndYJoZB60RiIosuAfCgEuBBQrwlyzw9zjVgTzWdSvS6bSEyvnWvGAdiN51cpxFKEtrPI+PKRSBNNf37yXwLJH42BZizXAO/B5O1ILp9D9srtcmwylQDPVyhAM4UsahuEsnH1yXs0nVwonZiYW5MF79lYLJoECS6HZjEbz+6iazdy2VSSy610IpfkMJ0HDcAmQaEZAnm2EApFEqHoxJfVA/FkKJQ7TDS4OIhxjdBuKsGid1cHcsl8JAHYZiyKJlMVJB2KoWummymkwwKIxqOqee5mucNkfHLtX9DBwizsrJ1oI7XNIjtEorPNdA6NqJCOove5ZC4ZUQ0UpBssF4tHC2CbzUfjoUga+Rm1QgkS8eh7sB055FKJ6AtApQ+jXJNtsKoQiSySB+kwBNB1I/nIbmhy7QbHgWQ2tTHxEKTjEZACUZDj0rvZBpfKaStHluNykwMgEk8jC2TRI5tDI0J/s5bVZhmyURbk4px6SRawWfXJ5JqIOJsCbJpVY0s8l4uz7PTaMRSxVYk2j+hhvGFJZwgO2cSZJRAIBAKBQCAQCAQCgUAgEAgEghlSD1+GOEWlwQfqI0hRHGh+Aujx10856tff1i3YI+LjpwgIqQr79FsTJJJIh//iciwFqPS6JXtE7FKpXWR+gPr0O0g0kQ5/T3As9evHdcv1iPi4+yGepnY/RX+PUunEh2Y09e/dOEtxq7wl/f8Oq96eZuN//MGBaCSdjaVz2WwUZEE2cv/PEmaIZ+dnRxfai8vN+nX+j4PgxdEZDy6vtJfjqzs/TTATHH++Hl8f3f4GnW6Gbv4LfY+by4srcPHZ9KYogsD5d+LTDji/vPUCefLNeAzGl1+JIT6cwHj6yF9cjr9cnYPLo8vrmz+/EBU64OYagIvxX+B6/PXi7PMF+HoD+HHg89m65XpMXN8g7/18ND4ai1++nAdu/hQvxxfn19/WLddjYnyJ/vi+ikdXwaPA0V9nZ+OvAXBFMhwHBL+Lwe/g283l0c34YrJGL/HrBv6mqEvK9y9jcHP+7fL+TxPsCI/VLFEEny/u/yzBHv4/U9/9L4mAi3M1zQS/Ek9emnPfuiV4/JwTX16abzfrloBAIBAIBAKBQCAQCAQCgUAgEAiER87/AHs9RaUHBnko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38" name="Picture 2" descr="https://kylesky.wordpress.com/wp-content/uploads/2013/05/graph-theory-terminolog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8495" y="1455737"/>
            <a:ext cx="7353300" cy="38004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Path </a:t>
            </a:r>
            <a:r>
              <a:rPr lang="en-US" dirty="0" smtClean="0"/>
              <a:t>Matrix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362" name="AutoShape 2" descr="AVL Tree Data Structure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314" name="Picture 2" descr="https://media.geeksforgeeks.org/wp-content/uploads/20230727130331/Undirected_to_Adjacency_matrix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4175" y="1646237"/>
            <a:ext cx="6667500" cy="32385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 smtClean="0"/>
              <a:t>Path Matrix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https://datafireball.com/wp-content/uploads/2023/07/image-2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7535" y="1699260"/>
            <a:ext cx="6686550" cy="27908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Graph Traversals - DFS and </a:t>
            </a:r>
            <a:r>
              <a:rPr lang="en-US" dirty="0" smtClean="0"/>
              <a:t>BFS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https://miro.medium.com/v2/resize:fit:1400/1*VM84VPcCQe0gSy44l9S5yA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0378" y="1531239"/>
            <a:ext cx="5891916" cy="39265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Graph Traversals - DFS and </a:t>
            </a:r>
            <a:r>
              <a:rPr lang="en-US" dirty="0" smtClean="0"/>
              <a:t>BFS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818" name="Picture 2" descr="https://cdn.prod.website-files.com/65d609edcc331dd0e4eb519b/6843dcbdc6895ccdf59eb52b_breadth-deapth-first-search-n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1340" y="1571075"/>
            <a:ext cx="7419340" cy="39266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Shortest </a:t>
            </a:r>
            <a:r>
              <a:rPr lang="en-US" dirty="0" smtClean="0"/>
              <a:t>Path </a:t>
            </a:r>
            <a:r>
              <a:rPr lang="en-US" dirty="0" smtClean="0"/>
              <a:t>Problems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6820" y="1554481"/>
            <a:ext cx="7889094" cy="3749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Shortest </a:t>
            </a:r>
            <a:r>
              <a:rPr lang="en-US" dirty="0" smtClean="0"/>
              <a:t>Path </a:t>
            </a:r>
            <a:r>
              <a:rPr lang="en-US" dirty="0" smtClean="0"/>
              <a:t>Problems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6573" y="1416585"/>
            <a:ext cx="5244148" cy="1484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3962" y="3251200"/>
            <a:ext cx="2297358" cy="2103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29613" y="3403601"/>
            <a:ext cx="2653736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Shortest </a:t>
            </a:r>
            <a:r>
              <a:rPr lang="en-US" dirty="0" smtClean="0"/>
              <a:t>Path </a:t>
            </a:r>
            <a:r>
              <a:rPr lang="en-US" dirty="0" smtClean="0"/>
              <a:t>Problems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1562" y="1513840"/>
            <a:ext cx="2297358" cy="2103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5773" y="3728721"/>
            <a:ext cx="2653736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18821" y="1495108"/>
            <a:ext cx="4152772" cy="386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</a:t>
            </a:r>
            <a:r>
              <a:rPr lang="en-US" dirty="0" smtClean="0"/>
              <a:t>Cost Spanning </a:t>
            </a:r>
            <a:r>
              <a:rPr lang="en-US" dirty="0" smtClean="0"/>
              <a:t>Trees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8370" y="1605281"/>
            <a:ext cx="7072874" cy="2712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</a:t>
            </a:r>
            <a:r>
              <a:rPr lang="en-US" dirty="0" smtClean="0"/>
              <a:t>Cost Spanning </a:t>
            </a:r>
            <a:r>
              <a:rPr lang="en-US" dirty="0" smtClean="0"/>
              <a:t>Trees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071" y="1540828"/>
            <a:ext cx="5148774" cy="425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</a:t>
            </a:r>
            <a:r>
              <a:rPr lang="en-US" dirty="0" smtClean="0"/>
              <a:t>Cost Spanning </a:t>
            </a:r>
            <a:r>
              <a:rPr lang="en-US" dirty="0" smtClean="0"/>
              <a:t>Trees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977" y="1403667"/>
            <a:ext cx="5379660" cy="4478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Topological Sort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4" y="1500188"/>
            <a:ext cx="11833226" cy="4175125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smtClean="0"/>
              <a:t> Topological </a:t>
            </a:r>
            <a:r>
              <a:rPr smtClean="0"/>
              <a:t>sorting for Directed Acyclic Graph (DAG) is a linear ordering of vertices such that for every directed edge u→v, vertex u comes before v in the ordering. There may be several topological orderings for a graph.</a:t>
            </a:r>
          </a:p>
          <a:p>
            <a:pPr>
              <a:buFont typeface="Wingdings" pitchFamily="2" charset="2"/>
              <a:buChar char="q"/>
            </a:pPr>
            <a:r>
              <a:rPr smtClean="0"/>
              <a:t> Applies </a:t>
            </a:r>
            <a:r>
              <a:rPr smtClean="0"/>
              <a:t>only to DAGs (Directed Acyclic Graphs), and is not possible for cyclic or undirected graphs.</a:t>
            </a:r>
          </a:p>
          <a:p>
            <a:pPr>
              <a:buFont typeface="Wingdings" pitchFamily="2" charset="2"/>
              <a:buChar char="q"/>
            </a:pPr>
            <a:r>
              <a:rPr smtClean="0"/>
              <a:t> It </a:t>
            </a:r>
            <a:r>
              <a:rPr smtClean="0"/>
              <a:t>represents dependency ordering between vertices which is different from normal DFS or BFS traversals.</a:t>
            </a:r>
          </a:p>
          <a:p>
            <a:pPr>
              <a:buFont typeface="Wingdings" pitchFamily="2" charset="2"/>
              <a:buChar char="q"/>
            </a:pPr>
            <a:r>
              <a:rPr smtClean="0"/>
              <a:t> Used </a:t>
            </a:r>
            <a:r>
              <a:rPr smtClean="0"/>
              <a:t>in problems like task scheduling, build order, course prerequisite ordering, etc.</a:t>
            </a:r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Topological Sort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https://static.afteracademy.com/images/topological-sorting-illustration-5981c773c98e37bc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7520" y="1447140"/>
            <a:ext cx="4036602" cy="43440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Topological Sort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4" y="1500188"/>
            <a:ext cx="9852025" cy="4175125"/>
          </a:xfrm>
        </p:spPr>
        <p:txBody>
          <a:bodyPr/>
          <a:lstStyle/>
          <a:p>
            <a:r>
              <a:rPr b="1" smtClean="0"/>
              <a:t>Applications</a:t>
            </a:r>
          </a:p>
          <a:p>
            <a:pPr>
              <a:buFont typeface="Wingdings" pitchFamily="2" charset="2"/>
              <a:buChar char="q"/>
            </a:pPr>
            <a:r>
              <a:rPr smtClean="0"/>
              <a:t> Scheduling </a:t>
            </a:r>
            <a:r>
              <a:rPr smtClean="0"/>
              <a:t>jobs from given dependencies among Jobs. For example, if some job requires the dependency of some other job, then we can use topological sorting.</a:t>
            </a:r>
          </a:p>
          <a:p>
            <a:pPr>
              <a:buFont typeface="Wingdings" pitchFamily="2" charset="2"/>
              <a:buChar char="q"/>
            </a:pPr>
            <a:r>
              <a:rPr smtClean="0"/>
              <a:t> Instruction </a:t>
            </a:r>
            <a:r>
              <a:rPr smtClean="0"/>
              <a:t>Scheduling</a:t>
            </a:r>
          </a:p>
          <a:p>
            <a:pPr>
              <a:buFont typeface="Wingdings" pitchFamily="2" charset="2"/>
              <a:buChar char="q"/>
            </a:pPr>
            <a:r>
              <a:rPr smtClean="0"/>
              <a:t> Determining </a:t>
            </a:r>
            <a:r>
              <a:rPr smtClean="0"/>
              <a:t>the order of compilation tasks to perform in makefiles, data serializations and resolving symbol dependencies in linkers.</a:t>
            </a:r>
          </a:p>
          <a:p>
            <a:pPr>
              <a:buFont typeface="Wingdings" pitchFamily="2" charset="2"/>
              <a:buChar char="q"/>
            </a:pPr>
            <a:r>
              <a:rPr smtClean="0"/>
              <a:t> Use </a:t>
            </a:r>
            <a:r>
              <a:rPr smtClean="0"/>
              <a:t>in maven dependency resolutions.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Thanking you !!!!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Any question !!!!!</a:t>
            </a:r>
          </a:p>
          <a:p>
            <a:endParaRPr smtClean="0"/>
          </a:p>
          <a:p>
            <a:r>
              <a:rPr smtClean="0"/>
              <a:t>Download PPT : </a:t>
            </a:r>
            <a:r>
              <a:rPr smtClean="0">
                <a:hlinkClick r:id="rId2"/>
              </a:rPr>
              <a:t>https://github.com/sachin365123/Applies-Data-Structure-and-Application-GLA-Online-Sessions-Jan---Jun-2026</a:t>
            </a:r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9200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196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225</Words>
  <Application>Microsoft Office PowerPoint</Application>
  <PresentationFormat>Custom</PresentationFormat>
  <Paragraphs>42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Slide 1</vt:lpstr>
      <vt:lpstr> </vt:lpstr>
      <vt:lpstr>Content</vt:lpstr>
      <vt:lpstr>Graphs: Terminologies and Representation</vt:lpstr>
      <vt:lpstr>Graphs: Application</vt:lpstr>
      <vt:lpstr>Graphs: Application</vt:lpstr>
      <vt:lpstr>Graphs: Terminologies and Representation</vt:lpstr>
      <vt:lpstr>  Path Matrix</vt:lpstr>
      <vt:lpstr>   Path Matrix</vt:lpstr>
      <vt:lpstr> Graph Traversals - DFS and BFS</vt:lpstr>
      <vt:lpstr> Graph Traversals - DFS and BFS</vt:lpstr>
      <vt:lpstr> Shortest Path Problems</vt:lpstr>
      <vt:lpstr> Shortest Path Problems</vt:lpstr>
      <vt:lpstr> Shortest Path Problems</vt:lpstr>
      <vt:lpstr>Minimum Cost Spanning Trees</vt:lpstr>
      <vt:lpstr>Minimum Cost Spanning Trees</vt:lpstr>
      <vt:lpstr>Minimum Cost Spanning Trees</vt:lpstr>
      <vt:lpstr>Topological Sort</vt:lpstr>
      <vt:lpstr>Topological Sort</vt:lpstr>
      <vt:lpstr>Topological Sort</vt:lpstr>
      <vt:lpstr>Thanking you !!!!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254</cp:revision>
  <dcterms:created xsi:type="dcterms:W3CDTF">2024-10-06T15:26:34Z</dcterms:created>
  <dcterms:modified xsi:type="dcterms:W3CDTF">2026-05-03T06:33:32Z</dcterms:modified>
</cp:coreProperties>
</file>