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99" r:id="rId5"/>
    <p:sldId id="300" r:id="rId6"/>
    <p:sldId id="301" r:id="rId7"/>
    <p:sldId id="302" r:id="rId8"/>
    <p:sldId id="260" r:id="rId9"/>
    <p:sldId id="284" r:id="rId10"/>
    <p:sldId id="308" r:id="rId11"/>
    <p:sldId id="265" r:id="rId12"/>
    <p:sldId id="289" r:id="rId13"/>
    <p:sldId id="303" r:id="rId14"/>
    <p:sldId id="290" r:id="rId15"/>
    <p:sldId id="305" r:id="rId16"/>
    <p:sldId id="291" r:id="rId17"/>
    <p:sldId id="304" r:id="rId18"/>
    <p:sldId id="292" r:id="rId19"/>
    <p:sldId id="306" r:id="rId20"/>
    <p:sldId id="293" r:id="rId21"/>
    <p:sldId id="307" r:id="rId22"/>
    <p:sldId id="283" r:id="rId23"/>
    <p:sldId id="25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891" autoAdjust="0"/>
    <p:restoredTop sz="94660"/>
  </p:normalViewPr>
  <p:slideViewPr>
    <p:cSldViewPr snapToGrid="0">
      <p:cViewPr varScale="1">
        <p:scale>
          <a:sx n="76" d="100"/>
          <a:sy n="76" d="100"/>
        </p:scale>
        <p:origin x="-480" y="-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xmlns="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xmlns="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xmlns="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xmlns="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xmlns="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xmlns="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xmlns="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xmlns="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xmlns="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xmlns="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xmlns="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:p14="http://schemas.microsoft.com/office/powerpoint/2010/main" xmlns="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uth/login" TargetMode="External"/><Relationship Id="rId2" Type="http://schemas.openxmlformats.org/officeDocument/2006/relationships/hyperlink" Target="https://leetcode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atacamp.com/" TargetMode="External"/><Relationship Id="rId4" Type="http://schemas.openxmlformats.org/officeDocument/2006/relationships/hyperlink" Target="https://algocademy.com/blog/top-leetcode-alternatives-for-coding-practice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chin365123/Applies-Data-Structure-and-Application-GLA-Online-Sessions-Jan---Jun-2026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80809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3775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Application of Stack: </a:t>
            </a:r>
            <a:r>
              <a:rPr smtClean="0"/>
              <a:t>Conversion of Infix to Prefix Expressions</a:t>
            </a:r>
          </a:p>
          <a:p>
            <a:r>
              <a:rPr b="1" smtClean="0"/>
              <a:t>Application of Stack: </a:t>
            </a:r>
            <a:r>
              <a:rPr smtClean="0"/>
              <a:t>Conversion of Infix to Postfix Expressions</a:t>
            </a:r>
          </a:p>
          <a:p>
            <a:r>
              <a:rPr smtClean="0"/>
              <a:t>Evaluation of Postfix Expression using Stack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Stack: Parentheses Match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95305" y="1421964"/>
            <a:ext cx="9507538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9166" y="1483981"/>
            <a:ext cx="9802812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A Stack is a linear data structure that only allows inserting, deleting and querying elements at one of its ends, which we call the top. </a:t>
            </a:r>
          </a:p>
          <a:p>
            <a:r>
              <a:rPr smtClean="0"/>
              <a:t>● LIFO type structure (Last In, First Out), in which the last element that enters is the first element that leaves.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2640" y="2783394"/>
            <a:ext cx="6941554" cy="28418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Alternatives for Coding Practice and Interview Prep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Leetcode: </a:t>
            </a:r>
            <a:r>
              <a:rPr smtClean="0">
                <a:hlinkClick r:id="rId2"/>
              </a:rPr>
              <a:t>LeetCode - The World's Leading Online Programming Learning Platform</a:t>
            </a:r>
            <a:endParaRPr smtClean="0"/>
          </a:p>
          <a:p>
            <a:r>
              <a:rPr smtClean="0"/>
              <a:t>● Hackerrank: </a:t>
            </a:r>
            <a:r>
              <a:rPr smtClean="0">
                <a:hlinkClick r:id="rId3"/>
              </a:rPr>
              <a:t>HackerRank</a:t>
            </a:r>
            <a:endParaRPr smtClean="0"/>
          </a:p>
          <a:p>
            <a:r>
              <a:rPr smtClean="0"/>
              <a:t>● Agoacademy: </a:t>
            </a:r>
            <a:r>
              <a:rPr smtClean="0">
                <a:hlinkClick r:id="rId4"/>
              </a:rPr>
              <a:t>https://algocademy.com/blog/top-leetcode-alternatives-for-coding-practice/</a:t>
            </a:r>
            <a:endParaRPr smtClean="0"/>
          </a:p>
          <a:p>
            <a:r>
              <a:rPr smtClean="0"/>
              <a:t>● Datacamp: </a:t>
            </a:r>
            <a:r>
              <a:rPr smtClean="0">
                <a:hlinkClick r:id="rId5"/>
              </a:rPr>
              <a:t>Learn Data Science and AI Online | DataCamp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nn-NO" dirty="0"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nn-NO" dirty="0"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12466" y="2411605"/>
            <a:ext cx="4139921" cy="34566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https://i.ytimg.com/vi/i2i8YkFyLVs/sddefault.jpg"/>
          <p:cNvPicPr>
            <a:picLocks noChangeAspect="1" noChangeArrowheads="1"/>
          </p:cNvPicPr>
          <p:nvPr/>
        </p:nvPicPr>
        <p:blipFill>
          <a:blip r:embed="rId2"/>
          <a:srcRect t="12599" b="24963"/>
          <a:stretch>
            <a:fillRect/>
          </a:stretch>
        </p:blipFill>
        <p:spPr bwMode="auto">
          <a:xfrm>
            <a:off x="4819512" y="2532185"/>
            <a:ext cx="5128356" cy="240155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2180489"/>
            <a:ext cx="5486400" cy="368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  <p:sp>
        <p:nvSpPr>
          <p:cNvPr id="8" name="Rectangle 7"/>
          <p:cNvSpPr/>
          <p:nvPr/>
        </p:nvSpPr>
        <p:spPr>
          <a:xfrm>
            <a:off x="3217148" y="1406769"/>
            <a:ext cx="2831960" cy="4461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 : Method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171826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dirty="0" smtClean="0"/>
              <a:t>A*(B*C+D*E)+F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 : Method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6, 1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12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PPT : </a:t>
            </a:r>
            <a:r>
              <a:rPr smtClean="0">
                <a:hlinkClick r:id="rId2"/>
              </a:rPr>
              <a:t>sachin365123/Applies-Data-Structure-and-Application-GLA-Online-Sessions-Jan---Jun-2026</a:t>
            </a:r>
            <a:r>
              <a:rPr smtClean="0"/>
              <a:t>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9196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775</TotalTime>
  <Words>596</Words>
  <Application>Microsoft Office PowerPoint</Application>
  <PresentationFormat>Custom</PresentationFormat>
  <Paragraphs>64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Slide 1</vt:lpstr>
      <vt:lpstr> </vt:lpstr>
      <vt:lpstr>Content</vt:lpstr>
      <vt:lpstr>Stack: Parentheses Match</vt:lpstr>
      <vt:lpstr>Stack</vt:lpstr>
      <vt:lpstr>Stack</vt:lpstr>
      <vt:lpstr>Alternatives for Coding Practice and Interview Prep</vt:lpstr>
      <vt:lpstr>Application of Stack: Conversion of Infix to Prefix Expressions</vt:lpstr>
      <vt:lpstr>Application of Stack: Conversion of Infix to Prefix Expressions</vt:lpstr>
      <vt:lpstr>Application of Stack: Conversion of Infix to Prefix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Expressions: Method 1</vt:lpstr>
      <vt:lpstr>Application of Stack: Conversion of Infix to Postfix Expressions: Method 1</vt:lpstr>
      <vt:lpstr>Application of Stack: Conversion of Infix to Postfix Expressions : Method 2</vt:lpstr>
      <vt:lpstr>Application of Stack: Conversion of Infix to Postfix Expressions : Method 2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Thanking you !!!!</vt:lpstr>
      <vt:lpstr>Slide 23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68</cp:revision>
  <dcterms:created xsi:type="dcterms:W3CDTF">2024-10-06T15:26:34Z</dcterms:created>
  <dcterms:modified xsi:type="dcterms:W3CDTF">2026-03-14T16:37:52Z</dcterms:modified>
</cp:coreProperties>
</file>